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8" r:id="rId2"/>
    <p:sldId id="301" r:id="rId3"/>
    <p:sldId id="303" r:id="rId4"/>
    <p:sldId id="305" r:id="rId5"/>
    <p:sldId id="311" r:id="rId6"/>
    <p:sldId id="312" r:id="rId7"/>
    <p:sldId id="307" r:id="rId8"/>
    <p:sldId id="308" r:id="rId9"/>
    <p:sldId id="338" r:id="rId10"/>
    <p:sldId id="337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10" r:id="rId19"/>
    <p:sldId id="346" r:id="rId20"/>
    <p:sldId id="281" r:id="rId21"/>
    <p:sldId id="334" r:id="rId22"/>
    <p:sldId id="335" r:id="rId23"/>
    <p:sldId id="336" r:id="rId24"/>
  </p:sldIdLst>
  <p:sldSz cx="12192000" cy="6858000"/>
  <p:notesSz cx="7102475" cy="102314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2AC39C-2B76-4F51-A13A-9723D5BAA7F8}" v="78" dt="2026-10-19T07:53:59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4393" autoAdjust="0"/>
  </p:normalViewPr>
  <p:slideViewPr>
    <p:cSldViewPr snapToGrid="0">
      <p:cViewPr varScale="1">
        <p:scale>
          <a:sx n="93" d="100"/>
          <a:sy n="93" d="100"/>
        </p:scale>
        <p:origin x="62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Edgar McCutcheon" userId="7f873ef2-5165-4f07-9a0f-a18721295519" providerId="ADAL" clId="{2FFB6AA4-E676-41D1-8561-A79D7B8F8C8C}"/>
    <pc:docChg chg="undo custSel addSld delSld modSld sldOrd">
      <pc:chgData name="James Edgar McCutcheon" userId="7f873ef2-5165-4f07-9a0f-a18721295519" providerId="ADAL" clId="{2FFB6AA4-E676-41D1-8561-A79D7B8F8C8C}" dt="2026-10-19T07:54:10.976" v="512" actId="1076"/>
      <pc:docMkLst>
        <pc:docMk/>
      </pc:docMkLst>
      <pc:sldChg chg="modSp mod">
        <pc:chgData name="James Edgar McCutcheon" userId="7f873ef2-5165-4f07-9a0f-a18721295519" providerId="ADAL" clId="{2FFB6AA4-E676-41D1-8561-A79D7B8F8C8C}" dt="2026-10-19T07:41:45.156" v="24" actId="27636"/>
        <pc:sldMkLst>
          <pc:docMk/>
          <pc:sldMk cId="466111256" sldId="258"/>
        </pc:sldMkLst>
        <pc:spChg chg="mod">
          <ac:chgData name="James Edgar McCutcheon" userId="7f873ef2-5165-4f07-9a0f-a18721295519" providerId="ADAL" clId="{2FFB6AA4-E676-41D1-8561-A79D7B8F8C8C}" dt="2026-10-19T07:41:45.156" v="24" actId="27636"/>
          <ac:spMkLst>
            <pc:docMk/>
            <pc:sldMk cId="466111256" sldId="258"/>
            <ac:spMk id="2" creationId="{1C2CB861-1161-A2B4-7F33-CE37DE120B14}"/>
          </ac:spMkLst>
        </pc:spChg>
        <pc:spChg chg="mod">
          <ac:chgData name="James Edgar McCutcheon" userId="7f873ef2-5165-4f07-9a0f-a18721295519" providerId="ADAL" clId="{2FFB6AA4-E676-41D1-8561-A79D7B8F8C8C}" dt="2026-10-19T07:41:45.151" v="23" actId="27636"/>
          <ac:spMkLst>
            <pc:docMk/>
            <pc:sldMk cId="466111256" sldId="258"/>
            <ac:spMk id="3" creationId="{4B9B11E9-5C2F-87E3-6436-5CF526B6A816}"/>
          </ac:spMkLst>
        </pc:spChg>
      </pc:sldChg>
      <pc:sldChg chg="delSp modSp mod ord delAnim modAnim">
        <pc:chgData name="James Edgar McCutcheon" userId="7f873ef2-5165-4f07-9a0f-a18721295519" providerId="ADAL" clId="{2FFB6AA4-E676-41D1-8561-A79D7B8F8C8C}" dt="2026-10-19T07:48:55.940" v="122" actId="1076"/>
        <pc:sldMkLst>
          <pc:docMk/>
          <pc:sldMk cId="1919680696" sldId="310"/>
        </pc:sldMkLst>
        <pc:spChg chg="mod">
          <ac:chgData name="James Edgar McCutcheon" userId="7f873ef2-5165-4f07-9a0f-a18721295519" providerId="ADAL" clId="{2FFB6AA4-E676-41D1-8561-A79D7B8F8C8C}" dt="2026-10-19T07:48:40.188" v="117" actId="20577"/>
          <ac:spMkLst>
            <pc:docMk/>
            <pc:sldMk cId="1919680696" sldId="310"/>
            <ac:spMk id="3" creationId="{0BDDF8CB-0F0C-1086-33AD-6EADDA4BCE88}"/>
          </ac:spMkLst>
        </pc:spChg>
        <pc:spChg chg="mod">
          <ac:chgData name="James Edgar McCutcheon" userId="7f873ef2-5165-4f07-9a0f-a18721295519" providerId="ADAL" clId="{2FFB6AA4-E676-41D1-8561-A79D7B8F8C8C}" dt="2026-10-19T07:48:55.940" v="122" actId="1076"/>
          <ac:spMkLst>
            <pc:docMk/>
            <pc:sldMk cId="1919680696" sldId="310"/>
            <ac:spMk id="4" creationId="{B874EBF3-9D61-5253-7815-231CD69C119F}"/>
          </ac:spMkLst>
        </pc:spChg>
        <pc:spChg chg="del mod">
          <ac:chgData name="James Edgar McCutcheon" userId="7f873ef2-5165-4f07-9a0f-a18721295519" providerId="ADAL" clId="{2FFB6AA4-E676-41D1-8561-A79D7B8F8C8C}" dt="2026-10-19T07:48:47.283" v="119" actId="478"/>
          <ac:spMkLst>
            <pc:docMk/>
            <pc:sldMk cId="1919680696" sldId="310"/>
            <ac:spMk id="6" creationId="{BD1C8FF1-EC2A-770E-9C5B-6F693B4AC9AE}"/>
          </ac:spMkLst>
        </pc:spChg>
        <pc:spChg chg="mod">
          <ac:chgData name="James Edgar McCutcheon" userId="7f873ef2-5165-4f07-9a0f-a18721295519" providerId="ADAL" clId="{2FFB6AA4-E676-41D1-8561-A79D7B8F8C8C}" dt="2026-10-19T07:48:51.702" v="121" actId="1076"/>
          <ac:spMkLst>
            <pc:docMk/>
            <pc:sldMk cId="1919680696" sldId="310"/>
            <ac:spMk id="7" creationId="{D4EBA281-8B82-ED4A-E373-658C16123F12}"/>
          </ac:spMkLst>
        </pc:spChg>
      </pc:sldChg>
      <pc:sldChg chg="del">
        <pc:chgData name="James Edgar McCutcheon" userId="7f873ef2-5165-4f07-9a0f-a18721295519" providerId="ADAL" clId="{2FFB6AA4-E676-41D1-8561-A79D7B8F8C8C}" dt="2026-10-19T07:48:02.758" v="48" actId="47"/>
        <pc:sldMkLst>
          <pc:docMk/>
          <pc:sldMk cId="3631657368" sldId="313"/>
        </pc:sldMkLst>
      </pc:sldChg>
      <pc:sldChg chg="del">
        <pc:chgData name="James Edgar McCutcheon" userId="7f873ef2-5165-4f07-9a0f-a18721295519" providerId="ADAL" clId="{2FFB6AA4-E676-41D1-8561-A79D7B8F8C8C}" dt="2026-10-19T07:49:59.557" v="123" actId="47"/>
        <pc:sldMkLst>
          <pc:docMk/>
          <pc:sldMk cId="3627921827" sldId="314"/>
        </pc:sldMkLst>
      </pc:sldChg>
      <pc:sldChg chg="del">
        <pc:chgData name="James Edgar McCutcheon" userId="7f873ef2-5165-4f07-9a0f-a18721295519" providerId="ADAL" clId="{2FFB6AA4-E676-41D1-8561-A79D7B8F8C8C}" dt="2026-10-19T07:49:59.557" v="123" actId="47"/>
        <pc:sldMkLst>
          <pc:docMk/>
          <pc:sldMk cId="2421863796" sldId="315"/>
        </pc:sldMkLst>
      </pc:sldChg>
      <pc:sldChg chg="del">
        <pc:chgData name="James Edgar McCutcheon" userId="7f873ef2-5165-4f07-9a0f-a18721295519" providerId="ADAL" clId="{2FFB6AA4-E676-41D1-8561-A79D7B8F8C8C}" dt="2026-10-19T07:49:59.557" v="123" actId="47"/>
        <pc:sldMkLst>
          <pc:docMk/>
          <pc:sldMk cId="83629878" sldId="316"/>
        </pc:sldMkLst>
      </pc:sldChg>
      <pc:sldChg chg="addSp new mod">
        <pc:chgData name="James Edgar McCutcheon" userId="7f873ef2-5165-4f07-9a0f-a18721295519" providerId="ADAL" clId="{2FFB6AA4-E676-41D1-8561-A79D7B8F8C8C}" dt="2026-10-19T07:29:27.576" v="3" actId="22"/>
        <pc:sldMkLst>
          <pc:docMk/>
          <pc:sldMk cId="4017423668" sldId="337"/>
        </pc:sldMkLst>
        <pc:picChg chg="add">
          <ac:chgData name="James Edgar McCutcheon" userId="7f873ef2-5165-4f07-9a0f-a18721295519" providerId="ADAL" clId="{2FFB6AA4-E676-41D1-8561-A79D7B8F8C8C}" dt="2026-10-19T07:29:27.576" v="3" actId="22"/>
          <ac:picMkLst>
            <pc:docMk/>
            <pc:sldMk cId="4017423668" sldId="337"/>
            <ac:picMk id="4" creationId="{2419428E-C9FD-D585-329E-30E6479670B4}"/>
          </ac:picMkLst>
        </pc:picChg>
      </pc:sldChg>
      <pc:sldChg chg="addSp new mod">
        <pc:chgData name="James Edgar McCutcheon" userId="7f873ef2-5165-4f07-9a0f-a18721295519" providerId="ADAL" clId="{2FFB6AA4-E676-41D1-8561-A79D7B8F8C8C}" dt="2026-10-19T07:30:05.639" v="7" actId="9405"/>
        <pc:sldMkLst>
          <pc:docMk/>
          <pc:sldMk cId="1711995134" sldId="338"/>
        </pc:sldMkLst>
        <pc:picChg chg="add">
          <ac:chgData name="James Edgar McCutcheon" userId="7f873ef2-5165-4f07-9a0f-a18721295519" providerId="ADAL" clId="{2FFB6AA4-E676-41D1-8561-A79D7B8F8C8C}" dt="2026-10-19T07:29:51.586" v="5" actId="22"/>
          <ac:picMkLst>
            <pc:docMk/>
            <pc:sldMk cId="1711995134" sldId="338"/>
            <ac:picMk id="4" creationId="{B9167012-BD11-00F4-6CBB-63FA8803C85A}"/>
          </ac:picMkLst>
        </pc:picChg>
        <pc:inkChg chg="add">
          <ac:chgData name="James Edgar McCutcheon" userId="7f873ef2-5165-4f07-9a0f-a18721295519" providerId="ADAL" clId="{2FFB6AA4-E676-41D1-8561-A79D7B8F8C8C}" dt="2026-10-19T07:30:02.790" v="6" actId="9405"/>
          <ac:inkMkLst>
            <pc:docMk/>
            <pc:sldMk cId="1711995134" sldId="338"/>
            <ac:inkMk id="5" creationId="{CA9BA894-3C46-C836-7126-B2D58A5F8401}"/>
          </ac:inkMkLst>
        </pc:inkChg>
        <pc:inkChg chg="add">
          <ac:chgData name="James Edgar McCutcheon" userId="7f873ef2-5165-4f07-9a0f-a18721295519" providerId="ADAL" clId="{2FFB6AA4-E676-41D1-8561-A79D7B8F8C8C}" dt="2026-10-19T07:30:05.639" v="7" actId="9405"/>
          <ac:inkMkLst>
            <pc:docMk/>
            <pc:sldMk cId="1711995134" sldId="338"/>
            <ac:inkMk id="6" creationId="{C42D62E8-3087-9B7C-99D9-9BE6079888AA}"/>
          </ac:inkMkLst>
        </pc:inkChg>
      </pc:sldChg>
      <pc:sldChg chg="addSp new mod">
        <pc:chgData name="James Edgar McCutcheon" userId="7f873ef2-5165-4f07-9a0f-a18721295519" providerId="ADAL" clId="{2FFB6AA4-E676-41D1-8561-A79D7B8F8C8C}" dt="2026-10-19T07:31:21.259" v="12" actId="9405"/>
        <pc:sldMkLst>
          <pc:docMk/>
          <pc:sldMk cId="1364939629" sldId="339"/>
        </pc:sldMkLst>
        <pc:picChg chg="add">
          <ac:chgData name="James Edgar McCutcheon" userId="7f873ef2-5165-4f07-9a0f-a18721295519" providerId="ADAL" clId="{2FFB6AA4-E676-41D1-8561-A79D7B8F8C8C}" dt="2026-10-19T07:30:53.312" v="9" actId="22"/>
          <ac:picMkLst>
            <pc:docMk/>
            <pc:sldMk cId="1364939629" sldId="339"/>
            <ac:picMk id="4" creationId="{DBF67393-223E-FE4D-B7D0-10C11C7B4C7D}"/>
          </ac:picMkLst>
        </pc:picChg>
        <pc:inkChg chg="add">
          <ac:chgData name="James Edgar McCutcheon" userId="7f873ef2-5165-4f07-9a0f-a18721295519" providerId="ADAL" clId="{2FFB6AA4-E676-41D1-8561-A79D7B8F8C8C}" dt="2026-10-19T07:31:21.259" v="12" actId="9405"/>
          <ac:inkMkLst>
            <pc:docMk/>
            <pc:sldMk cId="1364939629" sldId="339"/>
            <ac:inkMk id="5" creationId="{AFDD3842-D968-E12B-8C5C-7A6985CA17EE}"/>
          </ac:inkMkLst>
        </pc:inkChg>
      </pc:sldChg>
      <pc:sldChg chg="addSp new mod">
        <pc:chgData name="James Edgar McCutcheon" userId="7f873ef2-5165-4f07-9a0f-a18721295519" providerId="ADAL" clId="{2FFB6AA4-E676-41D1-8561-A79D7B8F8C8C}" dt="2026-10-19T07:31:25.665" v="13" actId="9405"/>
        <pc:sldMkLst>
          <pc:docMk/>
          <pc:sldMk cId="2161574568" sldId="340"/>
        </pc:sldMkLst>
        <pc:picChg chg="add">
          <ac:chgData name="James Edgar McCutcheon" userId="7f873ef2-5165-4f07-9a0f-a18721295519" providerId="ADAL" clId="{2FFB6AA4-E676-41D1-8561-A79D7B8F8C8C}" dt="2026-10-19T07:31:16.481" v="11" actId="22"/>
          <ac:picMkLst>
            <pc:docMk/>
            <pc:sldMk cId="2161574568" sldId="340"/>
            <ac:picMk id="4" creationId="{4088D714-0E6D-6753-28EA-E20F13D13A68}"/>
          </ac:picMkLst>
        </pc:picChg>
        <pc:inkChg chg="add">
          <ac:chgData name="James Edgar McCutcheon" userId="7f873ef2-5165-4f07-9a0f-a18721295519" providerId="ADAL" clId="{2FFB6AA4-E676-41D1-8561-A79D7B8F8C8C}" dt="2026-10-19T07:31:25.665" v="13" actId="9405"/>
          <ac:inkMkLst>
            <pc:docMk/>
            <pc:sldMk cId="2161574568" sldId="340"/>
            <ac:inkMk id="5" creationId="{64ADA6FF-E295-7808-8E02-1831A0B21E07}"/>
          </ac:inkMkLst>
        </pc:inkChg>
      </pc:sldChg>
      <pc:sldChg chg="addSp delSp modSp new mod">
        <pc:chgData name="James Edgar McCutcheon" userId="7f873ef2-5165-4f07-9a0f-a18721295519" providerId="ADAL" clId="{2FFB6AA4-E676-41D1-8561-A79D7B8F8C8C}" dt="2026-10-19T07:43:56.098" v="35" actId="1076"/>
        <pc:sldMkLst>
          <pc:docMk/>
          <pc:sldMk cId="2725041674" sldId="341"/>
        </pc:sldMkLst>
        <pc:picChg chg="add del">
          <ac:chgData name="James Edgar McCutcheon" userId="7f873ef2-5165-4f07-9a0f-a18721295519" providerId="ADAL" clId="{2FFB6AA4-E676-41D1-8561-A79D7B8F8C8C}" dt="2026-10-19T07:43:44.908" v="28" actId="478"/>
          <ac:picMkLst>
            <pc:docMk/>
            <pc:sldMk cId="2725041674" sldId="341"/>
            <ac:picMk id="4" creationId="{330593E3-07BD-E34D-3136-F630BE5481D6}"/>
          </ac:picMkLst>
        </pc:picChg>
        <pc:picChg chg="add mod">
          <ac:chgData name="James Edgar McCutcheon" userId="7f873ef2-5165-4f07-9a0f-a18721295519" providerId="ADAL" clId="{2FFB6AA4-E676-41D1-8561-A79D7B8F8C8C}" dt="2026-10-19T07:43:56.098" v="35" actId="1076"/>
          <ac:picMkLst>
            <pc:docMk/>
            <pc:sldMk cId="2725041674" sldId="341"/>
            <ac:picMk id="13" creationId="{D7BE25E7-2335-DCB9-20EE-ED5D2EF9865B}"/>
          </ac:picMkLst>
        </pc:picChg>
        <pc:inkChg chg="add del">
          <ac:chgData name="James Edgar McCutcheon" userId="7f873ef2-5165-4f07-9a0f-a18721295519" providerId="ADAL" clId="{2FFB6AA4-E676-41D1-8561-A79D7B8F8C8C}" dt="2026-10-19T07:43:48.948" v="32" actId="478"/>
          <ac:inkMkLst>
            <pc:docMk/>
            <pc:sldMk cId="2725041674" sldId="341"/>
            <ac:inkMk id="5" creationId="{68ABA643-2609-71E6-311B-426F27553188}"/>
          </ac:inkMkLst>
        </pc:inkChg>
        <pc:inkChg chg="add del">
          <ac:chgData name="James Edgar McCutcheon" userId="7f873ef2-5165-4f07-9a0f-a18721295519" providerId="ADAL" clId="{2FFB6AA4-E676-41D1-8561-A79D7B8F8C8C}" dt="2026-10-19T07:43:48.331" v="31" actId="478"/>
          <ac:inkMkLst>
            <pc:docMk/>
            <pc:sldMk cId="2725041674" sldId="341"/>
            <ac:inkMk id="6" creationId="{A1720EAA-35C7-8A34-50C5-8ADD98E283B7}"/>
          </ac:inkMkLst>
        </pc:inkChg>
        <pc:inkChg chg="add del">
          <ac:chgData name="James Edgar McCutcheon" userId="7f873ef2-5165-4f07-9a0f-a18721295519" providerId="ADAL" clId="{2FFB6AA4-E676-41D1-8561-A79D7B8F8C8C}" dt="2026-10-19T07:42:00.819" v="25" actId="478"/>
          <ac:inkMkLst>
            <pc:docMk/>
            <pc:sldMk cId="2725041674" sldId="341"/>
            <ac:inkMk id="7" creationId="{E60E3FDD-E4E5-4500-373E-A9E2D9A16010}"/>
          </ac:inkMkLst>
        </pc:inkChg>
        <pc:inkChg chg="add del">
          <ac:chgData name="James Edgar McCutcheon" userId="7f873ef2-5165-4f07-9a0f-a18721295519" providerId="ADAL" clId="{2FFB6AA4-E676-41D1-8561-A79D7B8F8C8C}" dt="2026-10-19T07:43:46.829" v="29" actId="478"/>
          <ac:inkMkLst>
            <pc:docMk/>
            <pc:sldMk cId="2725041674" sldId="341"/>
            <ac:inkMk id="8" creationId="{B7FE7461-337B-37DC-E098-6DBBA06DB37E}"/>
          </ac:inkMkLst>
        </pc:inkChg>
        <pc:inkChg chg="add del">
          <ac:chgData name="James Edgar McCutcheon" userId="7f873ef2-5165-4f07-9a0f-a18721295519" providerId="ADAL" clId="{2FFB6AA4-E676-41D1-8561-A79D7B8F8C8C}" dt="2026-10-19T07:43:47.720" v="30" actId="478"/>
          <ac:inkMkLst>
            <pc:docMk/>
            <pc:sldMk cId="2725041674" sldId="341"/>
            <ac:inkMk id="9" creationId="{AA1BA420-5E68-D92C-C6F7-8574BC6C6037}"/>
          </ac:inkMkLst>
        </pc:inkChg>
        <pc:inkChg chg="add del">
          <ac:chgData name="James Edgar McCutcheon" userId="7f873ef2-5165-4f07-9a0f-a18721295519" providerId="ADAL" clId="{2FFB6AA4-E676-41D1-8561-A79D7B8F8C8C}" dt="2026-10-19T07:41:45.135" v="22"/>
          <ac:inkMkLst>
            <pc:docMk/>
            <pc:sldMk cId="2725041674" sldId="341"/>
            <ac:inkMk id="10" creationId="{439707B8-EDA7-DFAF-3CDE-16134899F131}"/>
          </ac:inkMkLst>
        </pc:inkChg>
        <pc:inkChg chg="add del">
          <ac:chgData name="James Edgar McCutcheon" userId="7f873ef2-5165-4f07-9a0f-a18721295519" providerId="ADAL" clId="{2FFB6AA4-E676-41D1-8561-A79D7B8F8C8C}" dt="2026-10-19T07:43:53.415" v="34" actId="478"/>
          <ac:inkMkLst>
            <pc:docMk/>
            <pc:sldMk cId="2725041674" sldId="341"/>
            <ac:inkMk id="11" creationId="{CDF8E464-1AA6-5948-7F3D-9A1C0CAC8615}"/>
          </ac:inkMkLst>
        </pc:inkChg>
      </pc:sldChg>
      <pc:sldChg chg="addSp new mod">
        <pc:chgData name="James Edgar McCutcheon" userId="7f873ef2-5165-4f07-9a0f-a18721295519" providerId="ADAL" clId="{2FFB6AA4-E676-41D1-8561-A79D7B8F8C8C}" dt="2026-10-19T07:44:58.073" v="41" actId="9405"/>
        <pc:sldMkLst>
          <pc:docMk/>
          <pc:sldMk cId="4052198609" sldId="342"/>
        </pc:sldMkLst>
        <pc:picChg chg="add">
          <ac:chgData name="James Edgar McCutcheon" userId="7f873ef2-5165-4f07-9a0f-a18721295519" providerId="ADAL" clId="{2FFB6AA4-E676-41D1-8561-A79D7B8F8C8C}" dt="2026-10-19T07:44:21.021" v="38" actId="22"/>
          <ac:picMkLst>
            <pc:docMk/>
            <pc:sldMk cId="4052198609" sldId="342"/>
            <ac:picMk id="5" creationId="{82991FD9-A28C-107D-3E19-972BE82E1E7F}"/>
          </ac:picMkLst>
        </pc:picChg>
        <pc:inkChg chg="add">
          <ac:chgData name="James Edgar McCutcheon" userId="7f873ef2-5165-4f07-9a0f-a18721295519" providerId="ADAL" clId="{2FFB6AA4-E676-41D1-8561-A79D7B8F8C8C}" dt="2026-10-19T07:44:20.693" v="37" actId="9405"/>
          <ac:inkMkLst>
            <pc:docMk/>
            <pc:sldMk cId="4052198609" sldId="342"/>
            <ac:inkMk id="3" creationId="{BD7E776D-5ADC-33D5-D00C-C4FAFA16A955}"/>
          </ac:inkMkLst>
        </pc:inkChg>
        <pc:inkChg chg="add">
          <ac:chgData name="James Edgar McCutcheon" userId="7f873ef2-5165-4f07-9a0f-a18721295519" providerId="ADAL" clId="{2FFB6AA4-E676-41D1-8561-A79D7B8F8C8C}" dt="2026-10-19T07:44:58.073" v="41" actId="9405"/>
          <ac:inkMkLst>
            <pc:docMk/>
            <pc:sldMk cId="4052198609" sldId="342"/>
            <ac:inkMk id="6" creationId="{1C6FFB22-6121-2AED-8526-CDB0D7668100}"/>
          </ac:inkMkLst>
        </pc:inkChg>
      </pc:sldChg>
      <pc:sldChg chg="addSp new mod">
        <pc:chgData name="James Edgar McCutcheon" userId="7f873ef2-5165-4f07-9a0f-a18721295519" providerId="ADAL" clId="{2FFB6AA4-E676-41D1-8561-A79D7B8F8C8C}" dt="2026-10-19T07:45:02.717" v="42" actId="9405"/>
        <pc:sldMkLst>
          <pc:docMk/>
          <pc:sldMk cId="2240239229" sldId="343"/>
        </pc:sldMkLst>
        <pc:picChg chg="add">
          <ac:chgData name="James Edgar McCutcheon" userId="7f873ef2-5165-4f07-9a0f-a18721295519" providerId="ADAL" clId="{2FFB6AA4-E676-41D1-8561-A79D7B8F8C8C}" dt="2026-10-19T07:44:47.948" v="40" actId="22"/>
          <ac:picMkLst>
            <pc:docMk/>
            <pc:sldMk cId="2240239229" sldId="343"/>
            <ac:picMk id="4" creationId="{69174A8F-1527-594F-8629-A31CDA4C3C13}"/>
          </ac:picMkLst>
        </pc:picChg>
        <pc:inkChg chg="add">
          <ac:chgData name="James Edgar McCutcheon" userId="7f873ef2-5165-4f07-9a0f-a18721295519" providerId="ADAL" clId="{2FFB6AA4-E676-41D1-8561-A79D7B8F8C8C}" dt="2026-10-19T07:45:02.717" v="42" actId="9405"/>
          <ac:inkMkLst>
            <pc:docMk/>
            <pc:sldMk cId="2240239229" sldId="343"/>
            <ac:inkMk id="5" creationId="{BF55E13A-EF5C-A48B-C293-BAFEA5AB937F}"/>
          </ac:inkMkLst>
        </pc:inkChg>
      </pc:sldChg>
      <pc:sldChg chg="addSp new mod">
        <pc:chgData name="James Edgar McCutcheon" userId="7f873ef2-5165-4f07-9a0f-a18721295519" providerId="ADAL" clId="{2FFB6AA4-E676-41D1-8561-A79D7B8F8C8C}" dt="2026-10-19T07:45:34.997" v="44" actId="22"/>
        <pc:sldMkLst>
          <pc:docMk/>
          <pc:sldMk cId="3250751837" sldId="344"/>
        </pc:sldMkLst>
        <pc:picChg chg="add">
          <ac:chgData name="James Edgar McCutcheon" userId="7f873ef2-5165-4f07-9a0f-a18721295519" providerId="ADAL" clId="{2FFB6AA4-E676-41D1-8561-A79D7B8F8C8C}" dt="2026-10-19T07:45:34.997" v="44" actId="22"/>
          <ac:picMkLst>
            <pc:docMk/>
            <pc:sldMk cId="3250751837" sldId="344"/>
            <ac:picMk id="4" creationId="{8DC0BA78-1C7D-FE6F-1754-6E32E27C8AFF}"/>
          </ac:picMkLst>
        </pc:picChg>
      </pc:sldChg>
      <pc:sldChg chg="addSp new mod">
        <pc:chgData name="James Edgar McCutcheon" userId="7f873ef2-5165-4f07-9a0f-a18721295519" providerId="ADAL" clId="{2FFB6AA4-E676-41D1-8561-A79D7B8F8C8C}" dt="2026-10-19T07:47:39.211" v="47" actId="9405"/>
        <pc:sldMkLst>
          <pc:docMk/>
          <pc:sldMk cId="3719600929" sldId="345"/>
        </pc:sldMkLst>
        <pc:picChg chg="add">
          <ac:chgData name="James Edgar McCutcheon" userId="7f873ef2-5165-4f07-9a0f-a18721295519" providerId="ADAL" clId="{2FFB6AA4-E676-41D1-8561-A79D7B8F8C8C}" dt="2026-10-19T07:47:35.930" v="46" actId="22"/>
          <ac:picMkLst>
            <pc:docMk/>
            <pc:sldMk cId="3719600929" sldId="345"/>
            <ac:picMk id="4" creationId="{9B58B905-9032-3E26-878B-BE493B6158D8}"/>
          </ac:picMkLst>
        </pc:picChg>
        <pc:inkChg chg="add">
          <ac:chgData name="James Edgar McCutcheon" userId="7f873ef2-5165-4f07-9a0f-a18721295519" providerId="ADAL" clId="{2FFB6AA4-E676-41D1-8561-A79D7B8F8C8C}" dt="2026-10-19T07:47:39.211" v="47" actId="9405"/>
          <ac:inkMkLst>
            <pc:docMk/>
            <pc:sldMk cId="3719600929" sldId="345"/>
            <ac:inkMk id="5" creationId="{A6C90AD9-9289-70F5-6D96-E8CB8C2F5548}"/>
          </ac:inkMkLst>
        </pc:inkChg>
      </pc:sldChg>
      <pc:sldChg chg="addSp delSp modSp new mod setBg modAnim">
        <pc:chgData name="James Edgar McCutcheon" userId="7f873ef2-5165-4f07-9a0f-a18721295519" providerId="ADAL" clId="{2FFB6AA4-E676-41D1-8561-A79D7B8F8C8C}" dt="2026-10-19T07:54:10.976" v="512" actId="1076"/>
        <pc:sldMkLst>
          <pc:docMk/>
          <pc:sldMk cId="3039694784" sldId="346"/>
        </pc:sldMkLst>
        <pc:spChg chg="mod">
          <ac:chgData name="James Edgar McCutcheon" userId="7f873ef2-5165-4f07-9a0f-a18721295519" providerId="ADAL" clId="{2FFB6AA4-E676-41D1-8561-A79D7B8F8C8C}" dt="2026-10-19T07:53:16.678" v="493" actId="26606"/>
          <ac:spMkLst>
            <pc:docMk/>
            <pc:sldMk cId="3039694784" sldId="346"/>
            <ac:spMk id="2" creationId="{FC62D5BF-98E7-7F5E-F76B-6B9EC961F4DF}"/>
          </ac:spMkLst>
        </pc:spChg>
        <pc:spChg chg="add del mod">
          <ac:chgData name="James Edgar McCutcheon" userId="7f873ef2-5165-4f07-9a0f-a18721295519" providerId="ADAL" clId="{2FFB6AA4-E676-41D1-8561-A79D7B8F8C8C}" dt="2026-10-19T07:54:03.328" v="509" actId="478"/>
          <ac:spMkLst>
            <pc:docMk/>
            <pc:sldMk cId="3039694784" sldId="346"/>
            <ac:spMk id="3" creationId="{EEA5BFB4-BE7C-7708-0C22-2F816A3B8566}"/>
          </ac:spMkLst>
        </pc:spChg>
        <pc:spChg chg="add mod">
          <ac:chgData name="James Edgar McCutcheon" userId="7f873ef2-5165-4f07-9a0f-a18721295519" providerId="ADAL" clId="{2FFB6AA4-E676-41D1-8561-A79D7B8F8C8C}" dt="2026-10-19T07:54:05.951" v="510" actId="1076"/>
          <ac:spMkLst>
            <pc:docMk/>
            <pc:sldMk cId="3039694784" sldId="346"/>
            <ac:spMk id="4" creationId="{8B660A8D-ACC0-2AA6-EFB4-521BDB51A33E}"/>
          </ac:spMkLst>
        </pc:spChg>
        <pc:spChg chg="add mod">
          <ac:chgData name="James Edgar McCutcheon" userId="7f873ef2-5165-4f07-9a0f-a18721295519" providerId="ADAL" clId="{2FFB6AA4-E676-41D1-8561-A79D7B8F8C8C}" dt="2026-10-19T07:54:08.657" v="511" actId="1076"/>
          <ac:spMkLst>
            <pc:docMk/>
            <pc:sldMk cId="3039694784" sldId="346"/>
            <ac:spMk id="6" creationId="{D32461E8-56A1-4CA3-54D0-B607CABCF9C5}"/>
          </ac:spMkLst>
        </pc:spChg>
        <pc:spChg chg="add mod">
          <ac:chgData name="James Edgar McCutcheon" userId="7f873ef2-5165-4f07-9a0f-a18721295519" providerId="ADAL" clId="{2FFB6AA4-E676-41D1-8561-A79D7B8F8C8C}" dt="2026-10-19T07:54:10.976" v="512" actId="1076"/>
          <ac:spMkLst>
            <pc:docMk/>
            <pc:sldMk cId="3039694784" sldId="346"/>
            <ac:spMk id="7" creationId="{D986A47D-7780-41F2-2EF4-FAF5596514A2}"/>
          </ac:spMkLst>
        </pc:spChg>
        <pc:spChg chg="add del">
          <ac:chgData name="James Edgar McCutcheon" userId="7f873ef2-5165-4f07-9a0f-a18721295519" providerId="ADAL" clId="{2FFB6AA4-E676-41D1-8561-A79D7B8F8C8C}" dt="2026-10-19T07:53:16.678" v="493" actId="26606"/>
          <ac:spMkLst>
            <pc:docMk/>
            <pc:sldMk cId="3039694784" sldId="346"/>
            <ac:spMk id="9" creationId="{53B021B3-DE93-4AB7-8A18-CF5F1CED88B8}"/>
          </ac:spMkLst>
        </pc:spChg>
        <pc:spChg chg="add del">
          <ac:chgData name="James Edgar McCutcheon" userId="7f873ef2-5165-4f07-9a0f-a18721295519" providerId="ADAL" clId="{2FFB6AA4-E676-41D1-8561-A79D7B8F8C8C}" dt="2026-10-19T07:53:16.678" v="493" actId="26606"/>
          <ac:spMkLst>
            <pc:docMk/>
            <pc:sldMk cId="3039694784" sldId="346"/>
            <ac:spMk id="11" creationId="{52D502E5-F6B4-4D58-B4AE-FC466FF15EE8}"/>
          </ac:spMkLst>
        </pc:spChg>
        <pc:spChg chg="add del">
          <ac:chgData name="James Edgar McCutcheon" userId="7f873ef2-5165-4f07-9a0f-a18721295519" providerId="ADAL" clId="{2FFB6AA4-E676-41D1-8561-A79D7B8F8C8C}" dt="2026-10-19T07:53:16.678" v="493" actId="26606"/>
          <ac:spMkLst>
            <pc:docMk/>
            <pc:sldMk cId="3039694784" sldId="346"/>
            <ac:spMk id="13" creationId="{9DECDBF4-02B6-4BB4-B65B-B8107AD6A9E8}"/>
          </ac:spMkLst>
        </pc:spChg>
        <pc:graphicFrameChg chg="add del">
          <ac:chgData name="James Edgar McCutcheon" userId="7f873ef2-5165-4f07-9a0f-a18721295519" providerId="ADAL" clId="{2FFB6AA4-E676-41D1-8561-A79D7B8F8C8C}" dt="2026-10-19T07:53:16.678" v="493" actId="26606"/>
          <ac:graphicFrameMkLst>
            <pc:docMk/>
            <pc:sldMk cId="3039694784" sldId="346"/>
            <ac:graphicFrameMk id="5" creationId="{F2090468-00C6-80FD-4E99-764278A4B91C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7:30:02.7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2549 104 24575,'-7'-1'0,"0"0"0,0 0 0,0 0 0,1-1 0,-1-1 0,0 1 0,1-1 0,-12-6 0,-19-8 0,-21 0 0,-73-12 0,62 16 0,59 11 0,-1 1 0,0 0 0,0 1 0,0 0 0,0 1 0,0 0 0,-18 5 0,-79 27 0,45-12 0,-67 17 0,-358 116 0,349-103 0,-287 111 0,314-113 0,-182 110 0,271-142 0,1 1 0,0 1 0,2 0 0,-27 34 0,7-9 0,24-25 0,1 0 0,1 1 0,1 0 0,1 1 0,1 1 0,1 0 0,0 0 0,2 1 0,1 0 0,0 0 0,2 1 0,-4 36 0,6-17 0,1-1 0,2 1 0,2 0 0,1 0 0,3-1 0,13 52 0,-12-68 0,1-1 0,1 0 0,2-1 0,0 0 0,1 0 0,2-1 0,0-1 0,2 0 0,0-2 0,1 1 0,29 25 0,109 95 0,181 125 0,-242-195 0,4-5 0,2-4 0,123 55 0,-203-108 0,98 44 0,202 61 0,-271-105 0,1-2 0,0-2 0,1-2 0,94-8 0,-11 1 0,13 5 0,171-3 0,-265-2 0,-1-2 0,0-2 0,99-29 0,-124 27 0,-1-2 0,0 0 0,-1-2 0,-1 0 0,0-2 0,-1-1 0,-1 0 0,36-37 0,-29 29 0,2 1 0,66-40 0,-56 40 0,49-41 0,-57 37 0,-1-1 0,-2-1 0,-1-2 0,-2-1 0,44-69 0,-57 79 0,-2-2 0,0 1 0,-2-2 0,-1 1 0,-1-2 0,-1 1 0,-1-1 0,-1 0 0,-2 0 0,1-37 0,-12-281 0,5 311 0,-2 1 0,-1 0 0,-1 0 0,-3 1 0,0 0 0,-25-52 0,-110-176 0,115 209 0,6 11 0,-2 1 0,-2 1 0,-1 1 0,-1 1 0,-3 2 0,0 1 0,-2 2 0,-58-39 0,17 19 0,-332-205 0,385 243 0,0 1 0,-1 1 0,0 1 0,-1 2 0,0 0 0,-1 2 0,1 0 0,-1 2 0,-44-2 0,-29 5-1365,59 2-5461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7:30:05.6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2747 62 24575,'-55'1'0,"0"-3"0,-73-12 0,-7-7 0,-203-5 0,-142 27 0,221 3 0,235-4 0,0 2 0,0 1 0,0 0 0,0 2 0,1 1 0,-37 14 0,26-5 0,0 1 0,2 2 0,-49 34 0,-162 109 0,76-52 0,149-96 0,0 1 0,1 1 0,1 1 0,0 0 0,-23 32 0,-58 102 0,31-44 0,13-28 0,-64 130 0,108-186 0,1 1 0,0 0 0,2 0 0,1 0 0,1 0 0,-2 32 0,6 145 0,3-119 0,-3-59 0,1 47 0,16 114 0,-13-161 0,1 1 0,1-1 0,1-1 0,1 1 0,0-1 0,2-1 0,1 1 0,0-2 0,16 21 0,29 35 0,-21-25 0,2-2 0,2-1 0,84 76 0,-108-112 0,1 0 0,0-1 0,1 0 0,0-2 0,0 0 0,23 7 0,110 21 0,-44-12 0,287 71 0,-253-65 0,1-5 0,1-7 0,285 0 0,-379-23 0,-1-1 0,0-2 0,-1-2 0,49-18 0,-10 4 0,401-138 0,-452 147 0,0-2 0,-1-1 0,-1-1 0,-1-2 0,-1-1 0,-1-1 0,-1-2 0,42-46 0,-27 19 0,-2-3 0,-2-1 0,56-110 0,-70 117 0,29-83 0,-45 104 0,-2 0 0,-1 0 0,-1 0 0,2-55 0,-9-370 0,-1 150 0,3 278 0,-1-1 0,-6-41 0,6 61 0,-1-1 0,1 0 0,-1 1 0,-1 0 0,1-1 0,-1 1 0,0 0 0,0 1 0,-1-1 0,0 0 0,0 1 0,0 0 0,-1 0 0,0 0 0,-6-5 0,-21-10 0,0 1 0,-46-20 0,44 24 0,1-2 0,-51-34 0,43 21 0,-2 1 0,-1 3 0,-68-31 0,81 44 0,-1 2 0,0 1 0,0 2 0,-1 1 0,0 1 0,-46-2 0,50 7-682,-44-9-1,47 5-6143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7:31:21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3093 1 24575,'-642'15'0,"457"0"0,-265 54 0,237-17 0,2 9 0,4 10 0,-386 188 0,565-244 0,0 1 0,2 2 0,0 1 0,1 1 0,1 1 0,1 1 0,0 1 0,2 1 0,1 1 0,1 1 0,1 1 0,-21 42 0,-4 11 0,3 3 0,4 1 0,3 1 0,5 2 0,3 1 0,-26 177 0,41-184 0,5 1 0,4 103 0,3-159 0,1-1 0,1 0 0,1 0 0,1 0 0,1 0 0,2-1 0,0-1 0,1 1 0,2-1 0,0-1 0,25 34 0,0-12 0,3-2 0,1-1 0,88 67 0,156 78 0,-166-123 0,2-4 0,2-6 0,3-5 0,2-5 0,2-7 0,165 26 0,-21-25 0,0-12 0,281-12 0,32-48 0,-4-40 0,-295 36 0,-225 30 0,0-3 0,0-3 0,-1-2 0,-1-3 0,100-48 0,-117 45 0,-2-1 0,-1-3 0,-1-1 0,-1-2 0,-2-1 0,-1-2 0,-2-2 0,33-42 0,-24 20 0,-2-2 0,-3-2 0,-3-1 0,-2-2 0,47-133 0,-62 135 0,-4-1 0,10-96 0,-5-131 0,-14 199 0,-4 53 0,-1 1 0,-2-1 0,-1 1 0,-2-1 0,-2 1 0,-1 1 0,-2-1 0,-1 2 0,-2-1 0,-1 2 0,-2 0 0,-2 0 0,-1 2 0,-1 0 0,-2 1 0,-31-34 0,-1 10 0,-2 2 0,-2 3 0,-3 3 0,-1 2 0,-3 3 0,-81-40 0,79 49 0,-1 4 0,-142-43 0,-154 0 0,282 60-195,0 4 0,-1 4 0,1 3 0,-1 4 0,1 4 0,-98 20 0,140-18-6631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7:31:25.6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1658 177 24575,'-250'-15'0,"32"2"0,-339 11 0,335 3 0,214-1 0,1 0 0,0 0 0,-1 1 0,1 0 0,0 0 0,-1 0 0,1 1 0,-10 4 0,12-3 0,0 0 0,1 1 0,-1-1 0,1 1 0,0 0 0,0 0 0,0 0 0,0 1 0,1-1 0,0 1 0,-5 9 0,-55 90 0,13-22 0,-67 147 0,106-200 0,2 0 0,2 1 0,0 0 0,-4 52 0,5 124 0,6-166 0,-1-13 0,2 0 0,1 0 0,1 0 0,2 0 0,0 0 0,2-1 0,1 0 0,1 0 0,1-1 0,1-1 0,1 1 0,1-2 0,2 0 0,0 0 0,1-1 0,1-1 0,1-1 0,1-1 0,1 0 0,0-1 0,24 15 0,76 42 0,235 109 0,-319-169 0,1-1 0,1-2 0,0-2 0,0-1 0,1-2 0,0-2 0,0-1 0,63-3 0,-44-1 0,127-8 0,-162 5 0,-1 0 0,0-2 0,0-1 0,0-1 0,0-1 0,23-12 0,90-57 0,139-105 0,-256 169 0,-1-1 0,0-1 0,-1 0 0,-1-2 0,0 0 0,-1 0 0,21-36 0,-9 4 0,38-102 0,63-195 0,-97 274 0,-20 50 0,0 0 0,-2-1 0,-1 0 0,0 0 0,3-27 0,-8 29 0,-2-1 0,0 1 0,-1 0 0,-1 0 0,-1 0 0,-1 0 0,0 0 0,-2 0 0,0 1 0,-2 0 0,0 1 0,-1-1 0,-1 2 0,-1-1 0,-1 1 0,0 1 0,-1 0 0,-1 1 0,-17-16 0,-15-14 0,12 10 0,-2 2 0,-1 2 0,-42-29 0,60 50 0,-1 1 0,0 1 0,0 1 0,-1 1 0,0 1 0,-1 0 0,1 2 0,-36-3 0,-22 2 0,-83 7 0,61 1 0,-87-3-1365,142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7:44:20.6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7:44:58.0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91 24575,'1812'0'0,"-1627"-13"0,-33 1 0,836 6 0,-536 9 0,1175-3 0,-1566-3 0,0-3 0,0-2 0,76-20 0,-88 20-22,1 2 0,0 3 0,90 5-1,-47 0-1253,-57-1-5550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7:45:02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24575,'1718'0'0,"-1674"-2"0,56-10 0,25-2 0,-86 12 0,188-14 0,-107 4-1365,-97 12-5461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9T07:47:39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3405 60 24575,'-20'-1'0,"1"0"0,-25-7 0,-10 0 0,-682-33 0,-6 41 0,324 2 0,342 2 0,-123 21 0,36-3 0,25-12 0,88-9 0,0 3 0,0 1 0,0 3 0,-62 19 0,84-18 0,5-3 0,0 1 0,1 1 0,0 1 0,0 1 0,1 1 0,1 0 0,0 2 0,-33 27 0,-12 16 0,40-36 0,1 1 0,-24 28 0,41-41 0,1 0 0,0 1 0,0 0 0,1 0 0,0 0 0,0 1 0,1-1 0,0 1 0,1 0 0,-3 17 0,1 1 0,2-1 0,1 1 0,1 0 0,2-1 0,0 1 0,2 0 0,7 31 0,-4-37 0,1 0 0,1 0 0,1-1 0,0 0 0,2 0 0,0-1 0,1-1 0,1 0 0,19 20 0,19 16 0,1-2 0,3-3 0,88 62 0,-52-51 0,167 84 0,-172-107 0,1-3 0,2-4 0,2-5 0,110 19 0,-86-27 0,193 4 0,119-29 0,-119-30 0,-144 13 0,-41 7 0,-1-6 0,179-57 0,-213 49 0,-1-3 0,-2-5 0,157-97 0,-218 118 0,0 0 0,-1-2 0,-2 0 0,0-1 0,-1-2 0,-1 0 0,-1-1 0,-1 0 0,-1-2 0,-1 0 0,-1 0 0,-2-2 0,-1 1 0,-1-2 0,-1 1 0,-2-1 0,0-1 0,2-39 0,-9 61 0,0 0 0,0 0 0,-1 0 0,0 0 0,-1 0 0,0 0 0,0 1 0,-1-1 0,0 0 0,0 1 0,0 0 0,-1 0 0,-7-10 0,-8-8 0,0 2 0,-30-29 0,3 4 0,28 26 0,2-1 0,-16-28 0,25 37 0,0 1 0,-1 0 0,-1 0 0,0 1 0,-1 0 0,0 0 0,0 1 0,-2 1 0,1-1 0,-1 2 0,-24-15 0,-152-53-1365,146 57-5461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349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349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9BDEBCC-DADE-4D5B-807B-1024A7C7612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3879"/>
            <a:ext cx="5681980" cy="402862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8091"/>
            <a:ext cx="3077739" cy="513348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18091"/>
            <a:ext cx="3077739" cy="513348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670EAC28-5BE4-48BA-84FA-699EE66995E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924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Also mention ‘tests’ and cookiecutter</a:t>
            </a:r>
          </a:p>
          <a:p>
            <a:r>
              <a:rPr lang="en-US"/>
              <a:t>But we will make our own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EAC28-5BE4-48BA-84FA-699EE66995E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642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Also mention ‘tests’ and cookiecutter</a:t>
            </a:r>
          </a:p>
          <a:p>
            <a:r>
              <a:rPr lang="en-US"/>
              <a:t>But we will make our own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EAC28-5BE4-48BA-84FA-699EE66995E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502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Also mention ‘tests’ and cookiecutter</a:t>
            </a:r>
          </a:p>
          <a:p>
            <a:r>
              <a:rPr lang="en-US"/>
              <a:t>But we will make our own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EAC28-5BE4-48BA-84FA-699EE66995E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059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Also mention ‘tests’ and cookiecutter</a:t>
            </a:r>
          </a:p>
          <a:p>
            <a:r>
              <a:rPr lang="en-US"/>
              <a:t>But we will make our own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EAC28-5BE4-48BA-84FA-699EE66995E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935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through main terms then let’s go to Github Desktop and make our own repository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0EAC28-5BE4-48BA-84FA-699EE66995E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103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AAD82-D7E8-A45D-0CF8-15ADACEC2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682A59-4DA0-1050-0074-6EB1180ED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20EF2-398A-3CE0-79DC-388A02851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5C8BC-276B-51DF-EB60-E8DC73E3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1FED7-9749-FE0B-2CBB-EBD8F1A8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8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5290-FD21-D99B-8FE2-316A3A3B4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D1B58-8D60-9E8E-BA61-39200FCD8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36AB-FF36-6C2D-C0BE-AA5E862DF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CCB8F-1863-DD6E-255D-D67AADE8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46C91-CF55-D6F4-26FA-D287D3DA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06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F722-6A23-F6AB-07BB-53E993B9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9F66F-8870-7512-6660-16CF9520C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D039B-AC6F-FD23-9FC3-D164F8CE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41944-9128-7C51-90E2-B2D681C3A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4076C-E335-A21B-8891-455046F0C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343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95C99-C112-B335-3465-434FE778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1DBD8-18B3-9BD3-68C7-4D3D1AD03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2CF5F-2255-6376-7068-3E47E2C5D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82C8D-0C04-DF58-83F5-61A08D99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07E76-234A-A413-963C-E2BD968D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EB562C-D1DE-DA77-E329-3F8F31F42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226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7689-F5BE-C060-AED9-53C0AB42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F4071-CE58-A9A8-C51A-389FEE8B1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C5E5-EB89-AFE5-6D3B-31FE53A1E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690D6D-D7D5-BED4-05EF-221F3B498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54D61-BCBC-CFC4-2444-8BC7FD224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CD938-4A96-21BA-5E9F-A64F95772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EFED9C-575F-AF5A-1931-77AB57EC2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12203B-34EA-8D91-566B-CB816EFA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993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1D34-F161-1346-28D7-F38504C6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D7C51-1225-5521-EC27-D6FE394A6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5CD71-9BC2-E71E-C9F6-E2B5F59B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EE2BA-3AC5-6EBD-DB78-AFBE98FE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96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4297C3-5E98-D8A0-7F9A-91EE9942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4BD4D-1B9C-1FFD-46E0-150AD196A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3BE82-C4D5-D05F-3541-0301D6A7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17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839E-AFFB-ADA7-1FF7-5F0838E16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902E-7517-3153-F1D3-652EB9AD6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63D3E-C154-D735-4C66-96712EECA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3ABF3-DEEC-5B45-AB57-1D2FF2D8C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AE7FB-2181-D9B8-CD6B-62080193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48E27-C906-A6CB-C594-55FF70ABB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5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6F25-9AD6-FAB9-6A27-4F9B887F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0C378-4ADE-67E0-0C21-FD0A8C2E40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77F1A-A2F3-DA17-3BC7-6EAD31800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754EC-A523-61E8-84FC-D429B0B4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91981-0728-DFAB-5460-762D61CD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2E4F5-B3F7-B0BA-2537-04E116F3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40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FC1B1-3363-B008-45CA-B8ADF4A9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63C55-0F70-8DE7-3753-294CCF55D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EF07C-71F2-804F-F459-8C10C37AB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6DC93-F1EB-474F-5CBD-83B8220E4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2727A-0AAE-0C01-D1A8-FC24FD69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0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481A65-2BBB-8015-92A7-87A75616F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4EDDF-6374-80ED-522D-AFCD62C0A5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E6C85-00FC-819C-659C-E0CD4107C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8C564-E108-6F46-3D77-9BA012A24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9C55-7388-5872-FFB2-B5E8B336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457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3EABC2-38AB-6ECC-ADD1-822287782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5823F-4351-7751-DD19-3352CF420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24A1D-69F3-E0C6-AA10-168937415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5EDE4-3F96-4F90-8284-A84A4A01A4EA}" type="datetimeFigureOut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2280B-0FAB-80C6-38C7-19E34E2F2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F4C67-0ACA-E9D6-EA32-02E3E799E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BCDBB-5764-4E14-9C4B-F0488334B6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20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customXml" Target="../ink/ink6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5BB05982-3E35-1738-8F45-22D2B850B6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71" r="9089" b="15706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2CB861-1161-A2B4-7F33-CE37DE120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5915676" cy="3204134"/>
          </a:xfrm>
        </p:spPr>
        <p:txBody>
          <a:bodyPr anchor="b">
            <a:normAutofit/>
          </a:bodyPr>
          <a:lstStyle/>
          <a:p>
            <a:pPr algn="l">
              <a:lnSpc>
                <a:spcPct val="120000"/>
              </a:lnSpc>
            </a:pPr>
            <a:r>
              <a:rPr lang="nb-NO" sz="3600" dirty="0">
                <a:latin typeface="Gameplay" panose="00000400000000000000" pitchFamily="2" charset="0"/>
                <a:cs typeface="Courier New" panose="02070309020205020404" pitchFamily="49" charset="0"/>
              </a:rPr>
              <a:t>Programming and Data </a:t>
            </a:r>
            <a:r>
              <a:rPr lang="nb-NO" sz="3600" dirty="0" err="1">
                <a:latin typeface="Gameplay" panose="00000400000000000000" pitchFamily="2" charset="0"/>
                <a:cs typeface="Courier New" panose="02070309020205020404" pitchFamily="49" charset="0"/>
              </a:rPr>
              <a:t>Visualization</a:t>
            </a:r>
            <a:r>
              <a:rPr lang="nb-NO" sz="3600" dirty="0">
                <a:latin typeface="Gameplay" panose="00000400000000000000" pitchFamily="2" charset="0"/>
                <a:cs typeface="Courier New" panose="02070309020205020404" pitchFamily="49" charset="0"/>
              </a:rPr>
              <a:t> for </a:t>
            </a:r>
            <a:r>
              <a:rPr lang="nb-NO" sz="3600" dirty="0" err="1">
                <a:latin typeface="Gameplay" panose="00000400000000000000" pitchFamily="2" charset="0"/>
                <a:cs typeface="Courier New" panose="02070309020205020404" pitchFamily="49" charset="0"/>
              </a:rPr>
              <a:t>Researchers</a:t>
            </a:r>
            <a:b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</a:br>
            <a:r>
              <a:rPr lang="nb-NO" sz="3600">
                <a:latin typeface="Gameplay" panose="00000400000000000000" pitchFamily="2" charset="0"/>
                <a:cs typeface="Courier New" panose="02070309020205020404" pitchFamily="49" charset="0"/>
              </a:rPr>
              <a:t>[PSY3035 / HEL-8048</a:t>
            </a:r>
            <a:r>
              <a:rPr lang="nb-NO" sz="3600" dirty="0">
                <a:latin typeface="Gameplay" panose="00000400000000000000" pitchFamily="2" charset="0"/>
                <a:cs typeface="Courier New" panose="02070309020205020404" pitchFamily="49" charset="0"/>
              </a:rPr>
              <a:t>] </a:t>
            </a:r>
            <a:endParaRPr lang="en-GB" sz="3600" dirty="0">
              <a:latin typeface="Gameplay" panose="00000400000000000000" pitchFamily="2" charset="0"/>
              <a:cs typeface="Courier New" panose="020703090202050204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9B11E9-5C2F-87E3-6436-5CF526B6A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nb-NO" sz="2800" b="1">
                <a:latin typeface="Gameplay" panose="00000400000000000000" pitchFamily="2" charset="0"/>
              </a:rPr>
              <a:t>James McCutcheon</a:t>
            </a:r>
          </a:p>
          <a:p>
            <a:pPr algn="l"/>
            <a:r>
              <a:rPr lang="nb-NO" sz="2800" b="1">
                <a:latin typeface="Gameplay" panose="00000400000000000000" pitchFamily="2" charset="0"/>
              </a:rPr>
              <a:t>IPS / Helsefak</a:t>
            </a:r>
            <a:endParaRPr lang="en-GB" sz="2800" b="1">
              <a:latin typeface="Gameplay" panose="00000400000000000000" pitchFamily="2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6271E35-F436-B2E8-3B03-F51D03E799FA}"/>
              </a:ext>
            </a:extLst>
          </p:cNvPr>
          <p:cNvSpPr txBox="1">
            <a:spLocks/>
          </p:cNvSpPr>
          <p:nvPr/>
        </p:nvSpPr>
        <p:spPr>
          <a:xfrm>
            <a:off x="6455228" y="696768"/>
            <a:ext cx="2777838" cy="591706"/>
          </a:xfrm>
          <a:prstGeom prst="rect">
            <a:avLst/>
          </a:prstGeom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nb-NO" sz="2800" b="1">
                <a:solidFill>
                  <a:schemeClr val="bg1"/>
                </a:solidFill>
                <a:latin typeface="Gameplay" panose="00000400000000000000" pitchFamily="2" charset="0"/>
              </a:rPr>
              <a:t>Workshop 5</a:t>
            </a:r>
            <a:endParaRPr lang="en-GB" sz="2800" b="1">
              <a:solidFill>
                <a:schemeClr val="bg1"/>
              </a:solidFill>
              <a:latin typeface="Gameplay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11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FCFF-8FC1-8B42-BE1D-34A71E11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Project management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2B57-A404-FF2A-45C4-D1C77141D8A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055803"/>
            <a:ext cx="4619625" cy="384333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/>
              <a:t>Using good principles of project management will make your life easier (and other people’s)</a:t>
            </a:r>
          </a:p>
          <a:p>
            <a:r>
              <a:rPr lang="en-US"/>
              <a:t>It is absolutely essential once your projects start to get more complicated</a:t>
            </a:r>
            <a:endParaRPr lang="en-GB"/>
          </a:p>
        </p:txBody>
      </p:sp>
      <p:pic>
        <p:nvPicPr>
          <p:cNvPr id="5" name="Picture 4" descr="A picture containing indoor, kitchen appliance&#10;&#10;Description automatically generated">
            <a:extLst>
              <a:ext uri="{FF2B5EF4-FFF2-40B4-BE49-F238E27FC236}">
                <a16:creationId xmlns:a16="http://schemas.microsoft.com/office/drawing/2014/main" id="{0580B84D-37E2-754A-FF3A-5A15522B47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53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2499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FCFF-8FC1-8B42-BE1D-34A71E11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management – folder structure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2B57-A404-FF2A-45C4-D1C77141D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704"/>
            <a:ext cx="10515600" cy="1023901"/>
          </a:xfrm>
        </p:spPr>
        <p:txBody>
          <a:bodyPr/>
          <a:lstStyle/>
          <a:p>
            <a:r>
              <a:rPr lang="en-US"/>
              <a:t>Starting with a consistent project structure for each separate project will help you to find things and keep items organised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CD4367-7EBC-5BEE-15F0-85B78B94F354}"/>
              </a:ext>
            </a:extLst>
          </p:cNvPr>
          <p:cNvSpPr/>
          <p:nvPr/>
        </p:nvSpPr>
        <p:spPr>
          <a:xfrm>
            <a:off x="5252483" y="2830588"/>
            <a:ext cx="2328531" cy="5954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main project folder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DE3E1-6873-13E6-283E-F04EBC6C8D0A}"/>
              </a:ext>
            </a:extLst>
          </p:cNvPr>
          <p:cNvSpPr txBox="1"/>
          <p:nvPr/>
        </p:nvSpPr>
        <p:spPr>
          <a:xfrm>
            <a:off x="426283" y="4560805"/>
            <a:ext cx="2070695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u="sng"/>
              <a:t>Files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/>
              <a:t>README.md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/>
              <a:t>.gitignore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/>
              <a:t>environment.yml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A1AE8A-7F07-0004-6E77-40EBC61A0570}"/>
              </a:ext>
            </a:extLst>
          </p:cNvPr>
          <p:cNvCxnSpPr>
            <a:cxnSpLocks/>
          </p:cNvCxnSpPr>
          <p:nvPr/>
        </p:nvCxnSpPr>
        <p:spPr>
          <a:xfrm flipH="1">
            <a:off x="1517196" y="3604437"/>
            <a:ext cx="3182394" cy="797442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6D4ABDC-F6A8-207B-82D9-F92B19DB723A}"/>
              </a:ext>
            </a:extLst>
          </p:cNvPr>
          <p:cNvCxnSpPr>
            <a:cxnSpLocks/>
          </p:cNvCxnSpPr>
          <p:nvPr/>
        </p:nvCxnSpPr>
        <p:spPr>
          <a:xfrm>
            <a:off x="3402418" y="5237379"/>
            <a:ext cx="0" cy="52174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504F566-7B8E-5241-D21C-56086335BC60}"/>
              </a:ext>
            </a:extLst>
          </p:cNvPr>
          <p:cNvCxnSpPr>
            <a:cxnSpLocks/>
          </p:cNvCxnSpPr>
          <p:nvPr/>
        </p:nvCxnSpPr>
        <p:spPr>
          <a:xfrm>
            <a:off x="5355121" y="5237379"/>
            <a:ext cx="0" cy="52174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69123F6-1C39-9745-4EFD-7E935CFEC757}"/>
              </a:ext>
            </a:extLst>
          </p:cNvPr>
          <p:cNvCxnSpPr>
            <a:cxnSpLocks/>
          </p:cNvCxnSpPr>
          <p:nvPr/>
        </p:nvCxnSpPr>
        <p:spPr>
          <a:xfrm>
            <a:off x="7201786" y="5237379"/>
            <a:ext cx="0" cy="52174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513A58E-5A4E-B6D7-42F4-E577BEEC83DD}"/>
              </a:ext>
            </a:extLst>
          </p:cNvPr>
          <p:cNvCxnSpPr>
            <a:cxnSpLocks/>
          </p:cNvCxnSpPr>
          <p:nvPr/>
        </p:nvCxnSpPr>
        <p:spPr>
          <a:xfrm>
            <a:off x="9142227" y="5219050"/>
            <a:ext cx="0" cy="52174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778C8D-36EA-7587-7653-59185E853FFA}"/>
              </a:ext>
            </a:extLst>
          </p:cNvPr>
          <p:cNvCxnSpPr>
            <a:cxnSpLocks/>
          </p:cNvCxnSpPr>
          <p:nvPr/>
        </p:nvCxnSpPr>
        <p:spPr>
          <a:xfrm>
            <a:off x="11077353" y="5219050"/>
            <a:ext cx="0" cy="521740"/>
          </a:xfrm>
          <a:prstGeom prst="straightConnector1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B4EE52D-75F3-6CD7-1DD4-A0073061FF21}"/>
              </a:ext>
            </a:extLst>
          </p:cNvPr>
          <p:cNvGrpSpPr/>
          <p:nvPr/>
        </p:nvGrpSpPr>
        <p:grpSpPr>
          <a:xfrm>
            <a:off x="2817628" y="3546824"/>
            <a:ext cx="8748251" cy="1629534"/>
            <a:chOff x="2817628" y="3546824"/>
            <a:chExt cx="8748251" cy="162953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FDCC7A0-DBF3-358E-B364-14E3AE6A1A14}"/>
                </a:ext>
              </a:extLst>
            </p:cNvPr>
            <p:cNvSpPr/>
            <p:nvPr/>
          </p:nvSpPr>
          <p:spPr>
            <a:xfrm>
              <a:off x="2817628" y="4509683"/>
              <a:ext cx="1169581" cy="66667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data</a:t>
              </a:r>
              <a:endParaRPr lang="en-GB" b="1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3275C14-3F79-298A-BA53-FB476A486478}"/>
                </a:ext>
              </a:extLst>
            </p:cNvPr>
            <p:cNvSpPr/>
            <p:nvPr/>
          </p:nvSpPr>
          <p:spPr>
            <a:xfrm>
              <a:off x="4749210" y="4509683"/>
              <a:ext cx="1169580" cy="66667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docs</a:t>
              </a:r>
              <a:endParaRPr lang="en-GB" b="1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75193C7-A335-9F4E-C5B1-D70A463647A4}"/>
                </a:ext>
              </a:extLst>
            </p:cNvPr>
            <p:cNvSpPr/>
            <p:nvPr/>
          </p:nvSpPr>
          <p:spPr>
            <a:xfrm>
              <a:off x="6680791" y="4509683"/>
              <a:ext cx="1041990" cy="66667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results</a:t>
              </a:r>
              <a:endParaRPr lang="en-GB" b="1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773CB3C-1F42-54F6-6964-D79324955422}"/>
                </a:ext>
              </a:extLst>
            </p:cNvPr>
            <p:cNvSpPr/>
            <p:nvPr/>
          </p:nvSpPr>
          <p:spPr>
            <a:xfrm>
              <a:off x="8484782" y="4509683"/>
              <a:ext cx="1297172" cy="66667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scripts</a:t>
              </a:r>
              <a:endParaRPr lang="en-GB" b="1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463E914-36DF-A744-D0E3-1041B9B3FD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0009" y="3604437"/>
              <a:ext cx="1819797" cy="797442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CB2493D-14DA-08CA-20CC-669EE3A6BF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9806" y="3589516"/>
              <a:ext cx="588476" cy="812363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07DEF09-9C18-97F3-71A6-FC5F32441C3D}"/>
                </a:ext>
              </a:extLst>
            </p:cNvPr>
            <p:cNvCxnSpPr>
              <a:cxnSpLocks/>
            </p:cNvCxnSpPr>
            <p:nvPr/>
          </p:nvCxnSpPr>
          <p:spPr>
            <a:xfrm>
              <a:off x="7362619" y="3629533"/>
              <a:ext cx="1702982" cy="797442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612CB04-73E7-7978-81A6-49FE9638DA64}"/>
                </a:ext>
              </a:extLst>
            </p:cNvPr>
            <p:cNvCxnSpPr>
              <a:cxnSpLocks/>
            </p:cNvCxnSpPr>
            <p:nvPr/>
          </p:nvCxnSpPr>
          <p:spPr>
            <a:xfrm>
              <a:off x="7956696" y="3546824"/>
              <a:ext cx="3120657" cy="797442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5D18F23-AE7F-4AB0-15EB-3369CBAA09B9}"/>
                </a:ext>
              </a:extLst>
            </p:cNvPr>
            <p:cNvSpPr/>
            <p:nvPr/>
          </p:nvSpPr>
          <p:spPr>
            <a:xfrm>
              <a:off x="10543954" y="4509683"/>
              <a:ext cx="1021925" cy="666675"/>
            </a:xfrm>
            <a:prstGeom prst="round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/>
                <a:t>source</a:t>
              </a:r>
              <a:endParaRPr lang="en-GB" b="1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1F2C893-0984-437E-ACF7-DA95A04759F4}"/>
                </a:ext>
              </a:extLst>
            </p:cNvPr>
            <p:cNvCxnSpPr>
              <a:cxnSpLocks/>
            </p:cNvCxnSpPr>
            <p:nvPr/>
          </p:nvCxnSpPr>
          <p:spPr>
            <a:xfrm>
              <a:off x="6680791" y="3629533"/>
              <a:ext cx="520995" cy="772346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8C548B1-299A-9F80-E4F1-89C61B284D38}"/>
              </a:ext>
            </a:extLst>
          </p:cNvPr>
          <p:cNvSpPr txBox="1"/>
          <p:nvPr/>
        </p:nvSpPr>
        <p:spPr>
          <a:xfrm>
            <a:off x="2870793" y="5761479"/>
            <a:ext cx="1052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data, e.g.</a:t>
            </a:r>
          </a:p>
          <a:p>
            <a:r>
              <a:rPr lang="en-US"/>
              <a:t>.csv files</a:t>
            </a:r>
            <a:endParaRPr lang="en-GB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74E123-7C25-0C46-406B-99653B940F65}"/>
              </a:ext>
            </a:extLst>
          </p:cNvPr>
          <p:cNvSpPr txBox="1"/>
          <p:nvPr/>
        </p:nvSpPr>
        <p:spPr>
          <a:xfrm>
            <a:off x="4713821" y="5761479"/>
            <a:ext cx="1382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docs + help files</a:t>
            </a:r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2DA85D-E8AD-AC5E-E0DA-5F4B62FBB57C}"/>
              </a:ext>
            </a:extLst>
          </p:cNvPr>
          <p:cNvSpPr txBox="1"/>
          <p:nvPr/>
        </p:nvSpPr>
        <p:spPr>
          <a:xfrm>
            <a:off x="6510626" y="5761479"/>
            <a:ext cx="1458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figures, e.g.</a:t>
            </a:r>
          </a:p>
          <a:p>
            <a:r>
              <a:rPr lang="en-US"/>
              <a:t>.pdf or .jpg</a:t>
            </a:r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36AC01-1556-D12F-581D-48B0AD735B4D}"/>
              </a:ext>
            </a:extLst>
          </p:cNvPr>
          <p:cNvSpPr txBox="1"/>
          <p:nvPr/>
        </p:nvSpPr>
        <p:spPr>
          <a:xfrm>
            <a:off x="8378452" y="5761479"/>
            <a:ext cx="18075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scripts and notebooks, e.g. .py and .ipynb</a:t>
            </a:r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B5C504-56E1-D91F-3B63-738941EF296C}"/>
              </a:ext>
            </a:extLst>
          </p:cNvPr>
          <p:cNvSpPr txBox="1"/>
          <p:nvPr/>
        </p:nvSpPr>
        <p:spPr>
          <a:xfrm>
            <a:off x="10324206" y="5761479"/>
            <a:ext cx="18075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resuable python files (your own module!)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7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34" grpId="0"/>
      <p:bldP spid="35" grpId="0"/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FCFF-8FC1-8B42-BE1D-34A71E11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management – folder structure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2B57-A404-FF2A-45C4-D1C77141D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3901"/>
          </a:xfrm>
        </p:spPr>
        <p:txBody>
          <a:bodyPr/>
          <a:lstStyle/>
          <a:p>
            <a:r>
              <a:rPr lang="en-US"/>
              <a:t>Starting with a consistent project structure for each separate project will help you know how to find things</a:t>
            </a:r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EC533F-ADC2-E102-B328-D8B185BA4350}"/>
              </a:ext>
            </a:extLst>
          </p:cNvPr>
          <p:cNvSpPr txBox="1"/>
          <p:nvPr/>
        </p:nvSpPr>
        <p:spPr>
          <a:xfrm>
            <a:off x="2289717" y="2984463"/>
            <a:ext cx="3583032" cy="3046988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|	-- data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|	-- docs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|	-- results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|	-- scripts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|	-- source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 	-- .gitignore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  	-- environment.yml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  	-- README.md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7F26B9-F8FD-B70A-CA5E-8E5205A5F804}"/>
              </a:ext>
            </a:extLst>
          </p:cNvPr>
          <p:cNvSpPr txBox="1">
            <a:spLocks/>
          </p:cNvSpPr>
          <p:nvPr/>
        </p:nvSpPr>
        <p:spPr>
          <a:xfrm>
            <a:off x="7939690" y="2984463"/>
            <a:ext cx="3925186" cy="8964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cs typeface="Courier New" panose="02070309020205020404" pitchFamily="49" charset="0"/>
              </a:rPr>
              <a:t>Some projects also contain a </a:t>
            </a:r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tests</a:t>
            </a:r>
            <a:r>
              <a:rPr lang="en-US">
                <a:cs typeface="Courier New" panose="02070309020205020404" pitchFamily="49" charset="0"/>
              </a:rPr>
              <a:t> folder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4296DE1-2371-AD95-D647-55F78C24533C}"/>
              </a:ext>
            </a:extLst>
          </p:cNvPr>
          <p:cNvSpPr txBox="1">
            <a:spLocks/>
          </p:cNvSpPr>
          <p:nvPr/>
        </p:nvSpPr>
        <p:spPr>
          <a:xfrm>
            <a:off x="7939690" y="4402137"/>
            <a:ext cx="3925186" cy="15946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cs typeface="Courier New" panose="02070309020205020404" pitchFamily="49" charset="0"/>
              </a:rPr>
              <a:t>Can use a </a:t>
            </a:r>
            <a:r>
              <a:rPr lang="en-US" i="1">
                <a:cs typeface="Courier New" panose="02070309020205020404" pitchFamily="49" charset="0"/>
              </a:rPr>
              <a:t>cookiecutter</a:t>
            </a:r>
            <a:r>
              <a:rPr lang="en-US">
                <a:cs typeface="Courier New" panose="02070309020205020404" pitchFamily="49" charset="0"/>
              </a:rPr>
              <a:t> to make a consistent project structure every time</a:t>
            </a:r>
            <a:endParaRPr lang="en-GB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39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2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80FCFF-8FC1-8B42-BE1D-34A71E11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/>
              <a:t>Version control</a:t>
            </a:r>
            <a:endParaRPr lang="en-GB"/>
          </a:p>
        </p:txBody>
      </p:sp>
      <p:pic>
        <p:nvPicPr>
          <p:cNvPr id="8" name="Picture 7" descr="A picture containing desk&#10;&#10;Description automatically generated">
            <a:extLst>
              <a:ext uri="{FF2B5EF4-FFF2-40B4-BE49-F238E27FC236}">
                <a16:creationId xmlns:a16="http://schemas.microsoft.com/office/drawing/2014/main" id="{DFECAFAE-23E5-3AFA-AF62-291DC82938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3" r="-2" b="-2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2B57-A404-FF2A-45C4-D1C77141D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621907"/>
          </a:xfrm>
        </p:spPr>
        <p:txBody>
          <a:bodyPr>
            <a:normAutofit/>
          </a:bodyPr>
          <a:lstStyle/>
          <a:p>
            <a:r>
              <a:rPr lang="en-US"/>
              <a:t>Also known as “source control” or “source code management”</a:t>
            </a:r>
          </a:p>
          <a:p>
            <a:endParaRPr lang="en-US"/>
          </a:p>
          <a:p>
            <a:r>
              <a:rPr lang="en-US"/>
              <a:t>Solves several problems that can emerge when working on a software project, for example…</a:t>
            </a:r>
          </a:p>
          <a:p>
            <a:pPr lvl="1"/>
            <a:endParaRPr lang="en-GB" sz="2800"/>
          </a:p>
        </p:txBody>
      </p:sp>
    </p:spTree>
    <p:extLst>
      <p:ext uri="{BB962C8B-B14F-4D97-AF65-F5344CB8AC3E}">
        <p14:creationId xmlns:p14="http://schemas.microsoft.com/office/powerpoint/2010/main" val="3184487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80FCFF-8FC1-8B42-BE1D-34A71E11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466" y="609600"/>
            <a:ext cx="4140014" cy="1330839"/>
          </a:xfrm>
        </p:spPr>
        <p:txBody>
          <a:bodyPr>
            <a:normAutofit/>
          </a:bodyPr>
          <a:lstStyle/>
          <a:p>
            <a:r>
              <a:rPr lang="en-US"/>
              <a:t>Version control</a:t>
            </a:r>
            <a:endParaRPr lang="en-GB"/>
          </a:p>
        </p:txBody>
      </p:sp>
      <p:pic>
        <p:nvPicPr>
          <p:cNvPr id="8" name="Picture 7" descr="A picture containing desk&#10;&#10;Description automatically generated">
            <a:extLst>
              <a:ext uri="{FF2B5EF4-FFF2-40B4-BE49-F238E27FC236}">
                <a16:creationId xmlns:a16="http://schemas.microsoft.com/office/drawing/2014/main" id="{DFECAFAE-23E5-3AFA-AF62-291DC82938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3" r="-2" b="-2"/>
          <a:stretch/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08DAF6-E949-9A96-F957-692BC3B78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465" y="2194102"/>
            <a:ext cx="4140013" cy="3908586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US">
                <a:cs typeface="Courier New" panose="02070309020205020404" pitchFamily="49" charset="0"/>
              </a:rPr>
              <a:t>Keeping track of different versions of the same project</a:t>
            </a:r>
          </a:p>
          <a:p>
            <a:pPr>
              <a:spcAft>
                <a:spcPts val="1800"/>
              </a:spcAft>
            </a:pPr>
            <a:r>
              <a:rPr lang="en-US">
                <a:cs typeface="Courier New" panose="02070309020205020404" pitchFamily="49" charset="0"/>
              </a:rPr>
              <a:t>Multiple people working on same code</a:t>
            </a:r>
          </a:p>
          <a:p>
            <a:pPr>
              <a:spcAft>
                <a:spcPts val="1800"/>
              </a:spcAft>
            </a:pPr>
            <a:r>
              <a:rPr lang="en-US">
                <a:cs typeface="Courier New" panose="02070309020205020404" pitchFamily="49" charset="0"/>
              </a:rPr>
              <a:t>Fixing bugs and other issues efficiently</a:t>
            </a:r>
            <a:endParaRPr lang="en-GB">
              <a:cs typeface="Courier New" panose="02070309020205020404" pitchFamily="49" charset="0"/>
            </a:endParaRPr>
          </a:p>
          <a:p>
            <a:pPr>
              <a:spcAft>
                <a:spcPts val="1800"/>
              </a:spcAft>
            </a:pPr>
            <a:endParaRPr lang="en-GB">
              <a:cs typeface="Courier New" panose="02070309020205020404" pitchFamily="49" charset="0"/>
            </a:endParaRPr>
          </a:p>
          <a:p>
            <a:pPr>
              <a:spcAft>
                <a:spcPts val="1800"/>
              </a:spcAft>
            </a:pPr>
            <a:endParaRPr lang="en-GB">
              <a:cs typeface="Courier New" panose="02070309020205020404" pitchFamily="49" charset="0"/>
            </a:endParaRPr>
          </a:p>
          <a:p>
            <a:pPr>
              <a:spcAft>
                <a:spcPts val="1800"/>
              </a:spcAft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002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FCFF-8FC1-8B42-BE1D-34A71E11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Version control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2B57-A404-FF2A-45C4-D1C77141D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135026"/>
          </a:xfrm>
        </p:spPr>
        <p:txBody>
          <a:bodyPr>
            <a:normAutofit/>
          </a:bodyPr>
          <a:lstStyle/>
          <a:p>
            <a:r>
              <a:rPr lang="en-US"/>
              <a:t>We will use Git </a:t>
            </a:r>
            <a:r>
              <a:rPr lang="en-US" u="sng"/>
              <a:t>and</a:t>
            </a:r>
            <a:r>
              <a:rPr lang="en-US"/>
              <a:t> Github (but there are other options)</a:t>
            </a:r>
          </a:p>
          <a:p>
            <a:r>
              <a:rPr lang="en-US"/>
              <a:t>How are these different?</a:t>
            </a:r>
          </a:p>
          <a:p>
            <a:pPr lvl="1"/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C20696-BB97-1874-E222-7FE9E2F3C8D8}"/>
              </a:ext>
            </a:extLst>
          </p:cNvPr>
          <p:cNvSpPr txBox="1">
            <a:spLocks/>
          </p:cNvSpPr>
          <p:nvPr/>
        </p:nvSpPr>
        <p:spPr>
          <a:xfrm>
            <a:off x="6345865" y="3396624"/>
            <a:ext cx="4697821" cy="1755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cs typeface="Courier New" panose="02070309020205020404" pitchFamily="49" charset="0"/>
              </a:rPr>
              <a:t>Github</a:t>
            </a:r>
            <a:r>
              <a:rPr lang="en-US">
                <a:cs typeface="Courier New" panose="02070309020205020404" pitchFamily="49" charset="0"/>
              </a:rPr>
              <a:t> is a website/company that allows you to sync the folders on your computer with the cloud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D08719-79BA-E365-6712-75F33B641D47}"/>
              </a:ext>
            </a:extLst>
          </p:cNvPr>
          <p:cNvSpPr txBox="1">
            <a:spLocks/>
          </p:cNvSpPr>
          <p:nvPr/>
        </p:nvSpPr>
        <p:spPr>
          <a:xfrm>
            <a:off x="623778" y="3463595"/>
            <a:ext cx="4697821" cy="1621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cs typeface="Courier New" panose="02070309020205020404" pitchFamily="49" charset="0"/>
              </a:rPr>
              <a:t>Git</a:t>
            </a:r>
            <a:r>
              <a:rPr lang="en-US">
                <a:cs typeface="Courier New" panose="02070309020205020404" pitchFamily="49" charset="0"/>
              </a:rPr>
              <a:t> is piece of software that lives on your computer and will keep track of the changes to a folder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84F8E4-3A41-38BD-C3B6-6695ECAC2610}"/>
              </a:ext>
            </a:extLst>
          </p:cNvPr>
          <p:cNvSpPr txBox="1"/>
          <p:nvPr/>
        </p:nvSpPr>
        <p:spPr>
          <a:xfrm>
            <a:off x="3779491" y="5588482"/>
            <a:ext cx="3814314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4000"/>
              <a:t>We will use both!</a:t>
            </a:r>
            <a:endParaRPr lang="en-GB" sz="4000"/>
          </a:p>
        </p:txBody>
      </p:sp>
    </p:spTree>
    <p:extLst>
      <p:ext uri="{BB962C8B-B14F-4D97-AF65-F5344CB8AC3E}">
        <p14:creationId xmlns:p14="http://schemas.microsoft.com/office/powerpoint/2010/main" val="211544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FCFF-8FC1-8B42-BE1D-34A71E11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Version control – some important terms</a:t>
            </a:r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C20696-BB97-1874-E222-7FE9E2F3C8D8}"/>
              </a:ext>
            </a:extLst>
          </p:cNvPr>
          <p:cNvSpPr txBox="1">
            <a:spLocks/>
          </p:cNvSpPr>
          <p:nvPr/>
        </p:nvSpPr>
        <p:spPr>
          <a:xfrm>
            <a:off x="838200" y="2893218"/>
            <a:ext cx="2172584" cy="500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Courier New" panose="02070309020205020404" pitchFamily="49" charset="0"/>
              </a:rPr>
              <a:t>Commit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D08719-79BA-E365-6712-75F33B641D47}"/>
              </a:ext>
            </a:extLst>
          </p:cNvPr>
          <p:cNvSpPr txBox="1">
            <a:spLocks/>
          </p:cNvSpPr>
          <p:nvPr/>
        </p:nvSpPr>
        <p:spPr>
          <a:xfrm>
            <a:off x="838200" y="1809389"/>
            <a:ext cx="2172585" cy="5342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Courier New" panose="02070309020205020404" pitchFamily="49" charset="0"/>
              </a:rPr>
              <a:t>Repository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5073AD-F1F7-1B28-0DCB-83345F619FB9}"/>
              </a:ext>
            </a:extLst>
          </p:cNvPr>
          <p:cNvSpPr txBox="1">
            <a:spLocks/>
          </p:cNvSpPr>
          <p:nvPr/>
        </p:nvSpPr>
        <p:spPr>
          <a:xfrm>
            <a:off x="838200" y="3943525"/>
            <a:ext cx="2172584" cy="500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Courier New" panose="02070309020205020404" pitchFamily="49" charset="0"/>
              </a:rPr>
              <a:t>Push/pull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0DF07A-5C1D-FF28-9CAE-0766A91C9DB3}"/>
              </a:ext>
            </a:extLst>
          </p:cNvPr>
          <p:cNvSpPr txBox="1">
            <a:spLocks/>
          </p:cNvSpPr>
          <p:nvPr/>
        </p:nvSpPr>
        <p:spPr>
          <a:xfrm>
            <a:off x="838200" y="4993832"/>
            <a:ext cx="2172584" cy="500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Courier New" panose="02070309020205020404" pitchFamily="49" charset="0"/>
              </a:rPr>
              <a:t>Branch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539265D-2EF4-EFDD-6630-2AF9B35DE0A4}"/>
              </a:ext>
            </a:extLst>
          </p:cNvPr>
          <p:cNvSpPr txBox="1">
            <a:spLocks/>
          </p:cNvSpPr>
          <p:nvPr/>
        </p:nvSpPr>
        <p:spPr>
          <a:xfrm>
            <a:off x="838200" y="6044138"/>
            <a:ext cx="2172584" cy="500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cs typeface="Courier New" panose="02070309020205020404" pitchFamily="49" charset="0"/>
              </a:rPr>
              <a:t>Local vs remote</a:t>
            </a:r>
            <a:endParaRPr lang="en-GB">
              <a:cs typeface="Courier New" panose="02070309020205020404" pitchFamily="49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669527F-E026-772A-6A27-545D40386C3E}"/>
              </a:ext>
            </a:extLst>
          </p:cNvPr>
          <p:cNvSpPr txBox="1">
            <a:spLocks/>
          </p:cNvSpPr>
          <p:nvPr/>
        </p:nvSpPr>
        <p:spPr>
          <a:xfrm>
            <a:off x="3808227" y="1690688"/>
            <a:ext cx="7632405" cy="7849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cs typeface="Courier New" panose="02070309020205020404" pitchFamily="49" charset="0"/>
              </a:rPr>
              <a:t>Just another word for a folder really. Each project you create will be in its own </a:t>
            </a:r>
            <a:r>
              <a:rPr lang="en-US" sz="2400" u="sng">
                <a:cs typeface="Courier New" panose="02070309020205020404" pitchFamily="49" charset="0"/>
              </a:rPr>
              <a:t>repository</a:t>
            </a:r>
            <a:r>
              <a:rPr lang="en-US" sz="2400">
                <a:cs typeface="Courier New" panose="02070309020205020404" pitchFamily="49" charset="0"/>
              </a:rPr>
              <a:t>. </a:t>
            </a:r>
            <a:endParaRPr lang="en-GB" sz="2400">
              <a:cs typeface="Courier New" panose="02070309020205020404" pitchFamily="49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073264F-5D4E-D9C0-5AF5-F6B5B0A54B3D}"/>
              </a:ext>
            </a:extLst>
          </p:cNvPr>
          <p:cNvSpPr txBox="1">
            <a:spLocks/>
          </p:cNvSpPr>
          <p:nvPr/>
        </p:nvSpPr>
        <p:spPr>
          <a:xfrm>
            <a:off x="3808227" y="2751102"/>
            <a:ext cx="7632405" cy="7849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cs typeface="Courier New" panose="02070309020205020404" pitchFamily="49" charset="0"/>
              </a:rPr>
              <a:t>After making some changes to your code you </a:t>
            </a:r>
            <a:r>
              <a:rPr lang="en-US" sz="2400" u="sng">
                <a:cs typeface="Courier New" panose="02070309020205020404" pitchFamily="49" charset="0"/>
              </a:rPr>
              <a:t>commit</a:t>
            </a:r>
            <a:r>
              <a:rPr lang="en-US" sz="2400">
                <a:cs typeface="Courier New" panose="02070309020205020404" pitchFamily="49" charset="0"/>
              </a:rPr>
              <a:t> them. You can think of each commit like a “save point”.</a:t>
            </a:r>
            <a:endParaRPr lang="en-GB" sz="2400">
              <a:cs typeface="Courier New" panose="02070309020205020404" pitchFamily="49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050FB21-87D5-FA32-CAB6-BD39AA66488C}"/>
              </a:ext>
            </a:extLst>
          </p:cNvPr>
          <p:cNvSpPr txBox="1">
            <a:spLocks/>
          </p:cNvSpPr>
          <p:nvPr/>
        </p:nvSpPr>
        <p:spPr>
          <a:xfrm>
            <a:off x="3808226" y="3811516"/>
            <a:ext cx="7632405" cy="7849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cs typeface="Courier New" panose="02070309020205020404" pitchFamily="49" charset="0"/>
              </a:rPr>
              <a:t>You </a:t>
            </a:r>
            <a:r>
              <a:rPr lang="en-US" sz="2400" u="sng">
                <a:cs typeface="Courier New" panose="02070309020205020404" pitchFamily="49" charset="0"/>
              </a:rPr>
              <a:t>push</a:t>
            </a:r>
            <a:r>
              <a:rPr lang="en-US" sz="2400">
                <a:cs typeface="Courier New" panose="02070309020205020404" pitchFamily="49" charset="0"/>
              </a:rPr>
              <a:t> changes from your computer to the cloud and </a:t>
            </a:r>
            <a:r>
              <a:rPr lang="en-US" sz="2400" u="sng">
                <a:cs typeface="Courier New" panose="02070309020205020404" pitchFamily="49" charset="0"/>
              </a:rPr>
              <a:t>pull</a:t>
            </a:r>
            <a:r>
              <a:rPr lang="en-US" sz="2400">
                <a:cs typeface="Courier New" panose="02070309020205020404" pitchFamily="49" charset="0"/>
              </a:rPr>
              <a:t> changes to get any updates from the cloud.</a:t>
            </a:r>
            <a:endParaRPr lang="en-GB" sz="2400"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B086C61-1957-72B1-878C-4A5C5AE97C23}"/>
              </a:ext>
            </a:extLst>
          </p:cNvPr>
          <p:cNvSpPr txBox="1">
            <a:spLocks/>
          </p:cNvSpPr>
          <p:nvPr/>
        </p:nvSpPr>
        <p:spPr>
          <a:xfrm>
            <a:off x="3808226" y="4871930"/>
            <a:ext cx="7632405" cy="7849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cs typeface="Courier New" panose="02070309020205020404" pitchFamily="49" charset="0"/>
              </a:rPr>
              <a:t>You can make changes on a </a:t>
            </a:r>
            <a:r>
              <a:rPr lang="en-US" sz="2400" u="sng">
                <a:cs typeface="Courier New" panose="02070309020205020404" pitchFamily="49" charset="0"/>
              </a:rPr>
              <a:t>branch</a:t>
            </a:r>
            <a:r>
              <a:rPr lang="en-US" sz="2400">
                <a:cs typeface="Courier New" panose="02070309020205020404" pitchFamily="49" charset="0"/>
              </a:rPr>
              <a:t> of your repository before merging back together with the main branch.</a:t>
            </a:r>
            <a:endParaRPr lang="en-GB" sz="2400">
              <a:cs typeface="Courier New" panose="02070309020205020404" pitchFamily="49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5ED8423-EB0D-47D6-EF5A-4D646B359891}"/>
              </a:ext>
            </a:extLst>
          </p:cNvPr>
          <p:cNvSpPr txBox="1">
            <a:spLocks/>
          </p:cNvSpPr>
          <p:nvPr/>
        </p:nvSpPr>
        <p:spPr>
          <a:xfrm>
            <a:off x="3808226" y="5868914"/>
            <a:ext cx="7632405" cy="7849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cs typeface="Courier New" panose="02070309020205020404" pitchFamily="49" charset="0"/>
              </a:rPr>
              <a:t>Your computer is the </a:t>
            </a:r>
            <a:r>
              <a:rPr lang="en-US" sz="2400" u="sng">
                <a:cs typeface="Courier New" panose="02070309020205020404" pitchFamily="49" charset="0"/>
              </a:rPr>
              <a:t>local</a:t>
            </a:r>
            <a:r>
              <a:rPr lang="en-US" sz="2400">
                <a:cs typeface="Courier New" panose="02070309020205020404" pitchFamily="49" charset="0"/>
              </a:rPr>
              <a:t> repository and the cloud version is the </a:t>
            </a:r>
            <a:r>
              <a:rPr lang="en-US" sz="2400" u="sng">
                <a:cs typeface="Courier New" panose="02070309020205020404" pitchFamily="49" charset="0"/>
              </a:rPr>
              <a:t>remote</a:t>
            </a:r>
            <a:r>
              <a:rPr lang="en-US" sz="2400">
                <a:cs typeface="Courier New" panose="02070309020205020404" pitchFamily="49" charset="0"/>
              </a:rPr>
              <a:t> repository (or sometimes called origin)</a:t>
            </a:r>
            <a:endParaRPr lang="en-GB" sz="240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06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F581E-9A2E-E520-B740-2472880FE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167012-BD11-00F4-6CBB-63FA8803C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918"/>
            <a:ext cx="12192000" cy="51381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9BA894-3C46-C836-7126-B2D58A5F8401}"/>
                  </a:ext>
                </a:extLst>
              </p14:cNvPr>
              <p14:cNvContentPartPr/>
              <p14:nvPr/>
            </p14:nvContentPartPr>
            <p14:xfrm>
              <a:off x="726128" y="989939"/>
              <a:ext cx="1361880" cy="986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9BA894-3C46-C836-7126-B2D58A5F84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008" y="983819"/>
                <a:ext cx="1374120" cy="9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42D62E8-3087-9B7C-99D9-9BE6079888AA}"/>
                  </a:ext>
                </a:extLst>
              </p14:cNvPr>
              <p14:cNvContentPartPr/>
              <p14:nvPr/>
            </p14:nvContentPartPr>
            <p14:xfrm>
              <a:off x="10672208" y="1426288"/>
              <a:ext cx="1278720" cy="978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42D62E8-3087-9B7C-99D9-9BE6079888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66088" y="1420168"/>
                <a:ext cx="1290960" cy="99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1995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BF38-B31D-63E1-477B-A81CE530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19428E-C9FD-D585-329E-30E647967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968" y="37626"/>
            <a:ext cx="7802064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23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C14E-4441-172D-40D7-2AE69B63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67393-223E-FE4D-B7D0-10C11C7B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41" y="1909550"/>
            <a:ext cx="9088118" cy="30388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FDD3842-D968-E12B-8C5C-7A6985CA17EE}"/>
                  </a:ext>
                </a:extLst>
              </p14:cNvPr>
              <p14:cNvContentPartPr/>
              <p14:nvPr/>
            </p14:nvContentPartPr>
            <p14:xfrm>
              <a:off x="9057968" y="2527168"/>
              <a:ext cx="1964160" cy="1141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FDD3842-D968-E12B-8C5C-7A6985CA17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51848" y="2521048"/>
                <a:ext cx="1976400" cy="115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4939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BEF9-CA0B-155C-0B4F-5A427465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8D714-0E6D-6753-28EA-E20F13D13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09" y="990259"/>
            <a:ext cx="9183382" cy="48774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4ADA6FF-E295-7808-8E02-1831A0B21E07}"/>
                  </a:ext>
                </a:extLst>
              </p14:cNvPr>
              <p14:cNvContentPartPr/>
              <p14:nvPr/>
            </p14:nvContentPartPr>
            <p14:xfrm>
              <a:off x="9626048" y="3316648"/>
              <a:ext cx="874800" cy="702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4ADA6FF-E295-7808-8E02-1831A0B21E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19928" y="3310528"/>
                <a:ext cx="887040" cy="71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1574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3524-C458-9668-A8D0-CCDC2C36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BE25E7-2335-DCB9-20EE-ED5D2EF98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9" y="1690688"/>
            <a:ext cx="8764223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041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5062-7C1E-6776-EAF9-C0C9D05DD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D7E776D-5ADC-33D5-D00C-C4FAFA16A955}"/>
                  </a:ext>
                </a:extLst>
              </p14:cNvPr>
              <p14:cNvContentPartPr/>
              <p14:nvPr/>
            </p14:nvContentPartPr>
            <p14:xfrm>
              <a:off x="3153831" y="2105968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D7E776D-5ADC-33D5-D00C-C4FAFA16A9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7711" y="2099848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2991FD9-A28C-107D-3E19-972BE82E1E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257" y="590154"/>
            <a:ext cx="8859486" cy="56776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C6FFB22-6121-2AED-8526-CDB0D7668100}"/>
                  </a:ext>
                </a:extLst>
              </p14:cNvPr>
              <p14:cNvContentPartPr/>
              <p14:nvPr/>
            </p14:nvContentPartPr>
            <p14:xfrm>
              <a:off x="2475728" y="1857568"/>
              <a:ext cx="2143800" cy="32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C6FFB22-6121-2AED-8526-CDB0D76681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69608" y="1851448"/>
                <a:ext cx="2156040" cy="4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2198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3C32-139B-F63F-5D41-D469547F1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74A8F-1527-594F-8629-A31CDA4C3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15" y="952154"/>
            <a:ext cx="8745170" cy="49536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F55E13A-EF5C-A48B-C293-BAFEA5AB937F}"/>
                  </a:ext>
                </a:extLst>
              </p14:cNvPr>
              <p14:cNvContentPartPr/>
              <p14:nvPr/>
            </p14:nvContentPartPr>
            <p14:xfrm>
              <a:off x="4335488" y="2259688"/>
              <a:ext cx="863280" cy="21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F55E13A-EF5C-A48B-C293-BAFEA5AB93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29368" y="2253568"/>
                <a:ext cx="875520" cy="3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0239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AF7D-5AA7-75A9-D223-BD625873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0BA78-1C7D-FE6F-1754-6E32E27C8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152" y="1252233"/>
            <a:ext cx="8211696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51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8EC5F-261B-D628-B06F-497C35610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8B905-9032-3E26-878B-BE493B615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29" y="423443"/>
            <a:ext cx="10507541" cy="60111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C90AD9-9289-70F5-6D96-E8CB8C2F5548}"/>
                  </a:ext>
                </a:extLst>
              </p14:cNvPr>
              <p14:cNvContentPartPr/>
              <p14:nvPr/>
            </p14:nvContentPartPr>
            <p14:xfrm>
              <a:off x="4620248" y="2228368"/>
              <a:ext cx="1441800" cy="600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C90AD9-9289-70F5-6D96-E8CB8C2F55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4128" y="2222248"/>
                <a:ext cx="1454040" cy="61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9600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87807-D18A-F5D7-2EFD-4B578025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Making a folder structure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DF8CB-0F0C-1086-33AD-6EADDA4BC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48328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dirty="0"/>
              <a:t>1. Go to your cloned folder using windows explorer (or can use VS Code)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BA281-8B82-ED4A-E373-658C16123F12}"/>
              </a:ext>
            </a:extLst>
          </p:cNvPr>
          <p:cNvSpPr txBox="1">
            <a:spLocks/>
          </p:cNvSpPr>
          <p:nvPr/>
        </p:nvSpPr>
        <p:spPr>
          <a:xfrm>
            <a:off x="838200" y="3584048"/>
            <a:ext cx="10515600" cy="6000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800"/>
              </a:spcAft>
              <a:buNone/>
            </a:pPr>
            <a:r>
              <a:rPr lang="en-US" dirty="0">
                <a:latin typeface="Consolas" panose="020B0609020204030204" pitchFamily="49" charset="0"/>
              </a:rPr>
              <a:t>2. </a:t>
            </a:r>
            <a:r>
              <a:rPr lang="en-US" dirty="0"/>
              <a:t>Inside this project folder make the following folders…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4EBF3-9D61-5253-7815-231CD69C119F}"/>
              </a:ext>
            </a:extLst>
          </p:cNvPr>
          <p:cNvSpPr txBox="1"/>
          <p:nvPr/>
        </p:nvSpPr>
        <p:spPr>
          <a:xfrm>
            <a:off x="4617291" y="4553883"/>
            <a:ext cx="2247410" cy="193899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|	-- data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|	-- docs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|	-- results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|	-- scripts</a:t>
            </a:r>
          </a:p>
          <a:p>
            <a:pPr>
              <a:tabLst>
                <a:tab pos="360000" algn="l"/>
              </a:tabLst>
            </a:pPr>
            <a:r>
              <a:rPr lang="en-US" sz="2400">
                <a:latin typeface="Consolas" panose="020B0609020204030204" pitchFamily="49" charset="0"/>
              </a:rPr>
              <a:t>|	-- source</a:t>
            </a:r>
          </a:p>
        </p:txBody>
      </p:sp>
    </p:spTree>
    <p:extLst>
      <p:ext uri="{BB962C8B-B14F-4D97-AF65-F5344CB8AC3E}">
        <p14:creationId xmlns:p14="http://schemas.microsoft.com/office/powerpoint/2010/main" val="191968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7" grpId="0" animBg="1"/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D5BF-98E7-7F5E-F76B-6B9EC961F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make a quick edit to the README file…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660A8D-ACC0-2AA6-EFB4-521BDB51A33E}"/>
              </a:ext>
            </a:extLst>
          </p:cNvPr>
          <p:cNvSpPr txBox="1">
            <a:spLocks/>
          </p:cNvSpPr>
          <p:nvPr/>
        </p:nvSpPr>
        <p:spPr>
          <a:xfrm>
            <a:off x="745732" y="2156717"/>
            <a:ext cx="10515600" cy="999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Open the README file that was automatically created when you made the repository (can use VS Code or Notepad)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2461E8-56A1-4CA3-54D0-B607CABCF9C5}"/>
              </a:ext>
            </a:extLst>
          </p:cNvPr>
          <p:cNvSpPr txBox="1">
            <a:spLocks/>
          </p:cNvSpPr>
          <p:nvPr/>
        </p:nvSpPr>
        <p:spPr>
          <a:xfrm>
            <a:off x="745732" y="3434993"/>
            <a:ext cx="10515600" cy="999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Add a line or two to it – doesn’t matter what exactly, maybe a little extra description of the project.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86A47D-7780-41F2-2EF4-FAF5596514A2}"/>
              </a:ext>
            </a:extLst>
          </p:cNvPr>
          <p:cNvSpPr txBox="1">
            <a:spLocks/>
          </p:cNvSpPr>
          <p:nvPr/>
        </p:nvSpPr>
        <p:spPr>
          <a:xfrm>
            <a:off x="745732" y="4735780"/>
            <a:ext cx="10515600" cy="6346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will then commit this and push it to the online repository.</a:t>
            </a:r>
          </a:p>
        </p:txBody>
      </p:sp>
    </p:spTree>
    <p:extLst>
      <p:ext uri="{BB962C8B-B14F-4D97-AF65-F5344CB8AC3E}">
        <p14:creationId xmlns:p14="http://schemas.microsoft.com/office/powerpoint/2010/main" val="3039694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6" grpId="0" uiExpand="1" build="p" animBg="1"/>
      <p:bldP spid="7" grpId="0" uiExpand="1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254B3068-6C5B-68BC-5387-DFAF01090A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36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398876-94DF-6EF5-F89D-515E3259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>
                <a:solidFill>
                  <a:srgbClr val="FFFFFF"/>
                </a:solidFill>
                <a:latin typeface="Gameplay" panose="00000400000000000000" pitchFamily="2" charset="0"/>
              </a:rPr>
              <a:t>COFFEE TIME</a:t>
            </a:r>
          </a:p>
        </p:txBody>
      </p:sp>
    </p:spTree>
    <p:extLst>
      <p:ext uri="{BB962C8B-B14F-4D97-AF65-F5344CB8AC3E}">
        <p14:creationId xmlns:p14="http://schemas.microsoft.com/office/powerpoint/2010/main" val="3998946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FCFF-8FC1-8B42-BE1D-34A71E11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491163" cy="1325563"/>
          </a:xfrm>
        </p:spPr>
        <p:txBody>
          <a:bodyPr>
            <a:normAutofit/>
          </a:bodyPr>
          <a:lstStyle/>
          <a:p>
            <a:r>
              <a:rPr lang="en-US"/>
              <a:t>Why do I need a README file?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2B57-A404-FF2A-45C4-D1C77141D8A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2055803"/>
            <a:ext cx="4619625" cy="384333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>
                <a:latin typeface="Consolas" panose="020B0609020204030204" pitchFamily="49" charset="0"/>
              </a:rPr>
              <a:t>A README file lets people know important info about your project.</a:t>
            </a:r>
          </a:p>
          <a:p>
            <a:pPr>
              <a:spcAft>
                <a:spcPts val="1200"/>
              </a:spcAft>
            </a:pPr>
            <a:r>
              <a:rPr lang="en-US">
                <a:latin typeface="Consolas" panose="020B0609020204030204" pitchFamily="49" charset="0"/>
              </a:rPr>
              <a:t>This includes how they can use the code, contribute to the project, and who should get credit. </a:t>
            </a:r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0B84D-37E2-754A-FF3A-5A15522B4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7" r="6527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58478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should a README contain?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2"/>
            <a:ext cx="10515600" cy="44029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Project title</a:t>
            </a:r>
          </a:p>
          <a:p>
            <a:r>
              <a:rPr lang="en-US">
                <a:cs typeface="Courier New" panose="02070309020205020404" pitchFamily="49" charset="0"/>
              </a:rPr>
              <a:t>Description</a:t>
            </a:r>
          </a:p>
          <a:p>
            <a:r>
              <a:rPr lang="en-US">
                <a:cs typeface="Courier New" panose="02070309020205020404" pitchFamily="49" charset="0"/>
              </a:rPr>
              <a:t>How to use your project</a:t>
            </a:r>
          </a:p>
          <a:p>
            <a:pPr lvl="1"/>
            <a:r>
              <a:rPr lang="en-US">
                <a:cs typeface="Courier New" panose="02070309020205020404" pitchFamily="49" charset="0"/>
              </a:rPr>
              <a:t>Might include installation instructions if this is appropriate</a:t>
            </a:r>
          </a:p>
          <a:p>
            <a:r>
              <a:rPr lang="en-US">
                <a:cs typeface="Courier New" panose="02070309020205020404" pitchFamily="49" charset="0"/>
              </a:rPr>
              <a:t>Credits</a:t>
            </a:r>
          </a:p>
          <a:p>
            <a:r>
              <a:rPr lang="en-US">
                <a:cs typeface="Courier New" panose="02070309020205020404" pitchFamily="49" charset="0"/>
              </a:rPr>
              <a:t>License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>
                <a:cs typeface="Courier New" panose="02070309020205020404" pitchFamily="49" charset="0"/>
              </a:rPr>
              <a:t>However, there are no strict rules but following some of these conventions can help</a:t>
            </a:r>
            <a:endParaRPr lang="en-GB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848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1267-2967-18E1-17D3-E26DC634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write a README file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D2E7B5A-947B-A3B0-01F4-9CCE2CEAEBF6}"/>
              </a:ext>
            </a:extLst>
          </p:cNvPr>
          <p:cNvSpPr txBox="1">
            <a:spLocks/>
          </p:cNvSpPr>
          <p:nvPr/>
        </p:nvSpPr>
        <p:spPr>
          <a:xfrm>
            <a:off x="838200" y="1604922"/>
            <a:ext cx="10515600" cy="616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ourier New" panose="02070309020205020404" pitchFamily="49" charset="0"/>
              </a:rPr>
              <a:t>Go to 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https://readme.so/editor</a:t>
            </a:r>
            <a:endParaRPr lang="en-GB">
              <a:solidFill>
                <a:schemeClr val="accent2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95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734</Words>
  <Application>Microsoft Office PowerPoint</Application>
  <PresentationFormat>Widescreen</PresentationFormat>
  <Paragraphs>105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Courier New</vt:lpstr>
      <vt:lpstr>Gameplay</vt:lpstr>
      <vt:lpstr>Office Theme</vt:lpstr>
      <vt:lpstr>Programming and Data Visualization for Researchers [PSY3035 / HEL-8048] </vt:lpstr>
      <vt:lpstr>Project management</vt:lpstr>
      <vt:lpstr>Project management – folder structure</vt:lpstr>
      <vt:lpstr>Project management – folder structure</vt:lpstr>
      <vt:lpstr>Version control</vt:lpstr>
      <vt:lpstr>Version control</vt:lpstr>
      <vt:lpstr>Version control</vt:lpstr>
      <vt:lpstr>Version control – some important terms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Making a folder structure</vt:lpstr>
      <vt:lpstr>Let’s make a quick edit to the README file…</vt:lpstr>
      <vt:lpstr>COFFEE TIME</vt:lpstr>
      <vt:lpstr>Why do I need a README file?</vt:lpstr>
      <vt:lpstr>What should a README contain?</vt:lpstr>
      <vt:lpstr>Let’s write a README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and Data Visualization for Researchers [PSY-3035] </dc:title>
  <dc:creator>James Edgar McCutcheon</dc:creator>
  <cp:lastModifiedBy>James Edgar McCutcheon</cp:lastModifiedBy>
  <cp:revision>2</cp:revision>
  <cp:lastPrinted>2024-02-28T10:30:44Z</cp:lastPrinted>
  <dcterms:created xsi:type="dcterms:W3CDTF">2023-01-26T07:34:03Z</dcterms:created>
  <dcterms:modified xsi:type="dcterms:W3CDTF">2026-10-19T07:54:13Z</dcterms:modified>
</cp:coreProperties>
</file>